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5" r:id="rId2"/>
    <p:sldId id="266" r:id="rId3"/>
    <p:sldId id="274" r:id="rId4"/>
    <p:sldId id="280" r:id="rId5"/>
    <p:sldId id="279" r:id="rId6"/>
    <p:sldId id="277" r:id="rId7"/>
    <p:sldId id="278" r:id="rId8"/>
    <p:sldId id="281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50" d="100"/>
          <a:sy n="50" d="100"/>
        </p:scale>
        <p:origin x="141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F30A3-6774-41F2-8431-82BD12956E10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E3E51-8B35-4A75-AE7E-46926D23E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23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521-DDA3-4958-9CC3-C51B74601F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848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1460</a:t>
            </a:r>
            <a:r>
              <a:rPr lang="zh-CN" altLang="en-US" dirty="0"/>
              <a:t>，</a:t>
            </a:r>
            <a:r>
              <a:rPr lang="en-US" altLang="zh-CN" dirty="0"/>
              <a:t>815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508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5BB2-E379-96A9-486E-FB12B852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664EB7-2F83-66DF-FAD0-52D093E68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84287B-2742-6F91-9D12-49095A882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1155</a:t>
            </a:r>
            <a:r>
              <a:rPr lang="zh-CN" altLang="en-US" dirty="0"/>
              <a:t>，</a:t>
            </a:r>
            <a:r>
              <a:rPr lang="en-US" altLang="zh-CN" dirty="0"/>
              <a:t>780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D726C8-BC23-2260-228B-B756649DF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88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C62D-D0D4-3E99-A79C-7A69F588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07D002-D1C2-5CFD-D399-4D3ED1EE9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1D5A6C-8F06-3DA5-67E6-6BCA1D1F5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CCE1DB-C7AA-CE34-A47E-6DA8874D2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28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D226C-8E88-9612-A00D-64DA302B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DC7579-C509-0BB5-58E5-CFF20CC69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C56961-34C5-5AD3-39C5-34B3044EE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B6B283-2B20-4B69-FFC3-F24AB1718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619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7986-0492-EEBD-792C-8F8A0359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270D6B-79A7-EF41-2C3F-6F92E45C4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590AC4-3C95-8B6E-402B-84AE07F3D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DB0D5-5B73-03F7-274F-3CC6BAF97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471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38D7-43AA-B992-8A56-754753FA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3B93F8-08EE-0FD1-00B4-D17BBA764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3608F7-66A1-42A8-B28B-83DEEB1F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C45D6-D006-F24F-728D-64A23ADF1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48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2927-CBF8-9601-27F3-169D7370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8180F3-2577-AD20-1CD1-D5E61B579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AAAA9C-C386-9D8F-AD24-556B5423D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88741-60D4-CDDE-9C8C-FBEFEFD5F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129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46F4-671B-E857-0A34-166745E9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AEC02D-4D39-A112-C86C-1E63514C6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819695-FB85-AAA5-A05E-6D686C10F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8A1075-D4E8-EC86-1ECF-D7D9917C8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110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E988A-5F69-883F-C0E3-A987C963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8D546-CF5B-5DB7-742A-95A0584EC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9C85D1-C672-A837-40B8-9043CC2E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F6337-A34D-B020-91E1-4EE34E0E2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413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34676-42FB-E4F5-B6B2-94191E6E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13F6BF-1A00-5863-9D57-7301E8119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1516D5-3968-F894-23D7-D3AAFA96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1155</a:t>
            </a:r>
            <a:r>
              <a:rPr lang="zh-CN" altLang="en-US" dirty="0"/>
              <a:t>，</a:t>
            </a:r>
            <a:r>
              <a:rPr lang="en-US" altLang="zh-CN" dirty="0"/>
              <a:t>780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D44D0-9475-0426-DD40-BD8605315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79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B84DD-0AF1-407A-0A74-5ABFA220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2DDBB6-888F-C5CB-5D9D-FDAB40D70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A42770-0245-E2B9-A1F9-55E7391FE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71045-FEB9-BC3D-F16A-54C71137B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800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842C-6A48-C1BF-E6A9-F63405E2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AF51D9-4061-ED6D-2AC9-1197D0EF5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F36FBD-FD11-E679-1AEF-CCAE27237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154E13-C62D-9F48-A480-8DD69AE3B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86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30FD-CC54-93A9-4A2A-BEFE1692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4F62BE-6D3B-7786-AD5C-13A83495F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9EB61F-D89F-EF9E-554B-6D427C4E5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E22935-54E4-40B9-8D7F-633FFFC63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170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3D18-9587-ACEB-5C96-6494C2B5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BF85C8-497F-0E38-8F07-9086EA470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4D6546-45DF-4DB0-BF83-4E2FAD8CB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40E7C9-34BE-C23C-B38D-9B9D0AD22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20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DE55-013C-292E-F634-2CFD4E08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CA1C8C-8FAE-07D6-F5F7-410A0F290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4F71E6-7C78-92DE-B67D-90066C9A4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E9BE2C-9620-072E-3BBB-F1C028025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56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36DF3-8932-AEA9-CA25-032A69CE1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7F7851-7B17-2736-9A78-53214B879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57FCB3-CFA7-9DCF-44B0-BC6AF7D26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1977DB-98BC-5900-CAB7-20A9B8F54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04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2304B-2600-3758-E3DB-19912727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60378F-350B-69E4-766C-2621DFE3D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675869-A2B7-E141-CC55-B5095839D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50%</a:t>
            </a:r>
            <a:r>
              <a:rPr lang="zh-CN" altLang="en-US" dirty="0"/>
              <a:t>（</a:t>
            </a:r>
            <a:r>
              <a:rPr lang="en-US" altLang="zh-CN" dirty="0"/>
              <a:t>1147</a:t>
            </a:r>
            <a:r>
              <a:rPr lang="zh-CN" altLang="en-US" dirty="0"/>
              <a:t>，</a:t>
            </a:r>
            <a:r>
              <a:rPr lang="en-US" altLang="zh-CN" dirty="0"/>
              <a:t>777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D8EE-3AF8-2944-17E2-6FF0BBD1D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404C81-E9D3-4F16-B738-68C37961D8A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9FFF7-8CBE-33A0-56F9-C7F1AD754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DC104E-02B7-0E1A-C251-387DCBCEC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ED6213-B4BA-E2CF-26A3-B6B06C99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26B34-E6B1-6ABC-C512-1F5D0D2D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A1E03-3587-2794-AE11-FBAF102A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2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94368-FB6A-6ACC-FC55-32A5F2A8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F0C893-79F3-633F-B0B5-0A2173CD6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922FA4-BE30-32B2-3AD2-93FE633AC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97FA07-0C76-9C55-575D-EEAB349B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CBA4C-9242-FFC6-2007-F4E51384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8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50BC7-5944-F95D-8178-ECB85EB93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860BA-729F-1926-EF77-1F0DBDE2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65315C-F80A-F792-9FA3-EEB73E6C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5CA83A-E949-B03E-9682-DCC092563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9A7B3-4020-49F8-8C58-F4F5AE7B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8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6699E-F0D4-16FB-3035-30340E24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CDFB7-E944-E236-2B53-BC1B7E16E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4E1FF0-689B-A365-9284-E83606CA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C54EFB-C0D4-1656-14DA-9229FC54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A76092-F7DF-096B-7F5D-93D7D1C8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31FB7D-63D5-504A-2B34-9A13A894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66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11600-72ED-30DA-02C5-31A1E791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CF0647-82A9-BF6E-A837-8163D6DD8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09F782-69AD-B60C-DB9C-05706F9B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1EF86A-3EDF-AD41-D4EB-31EE87882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B1E774-BD3D-2994-DF7D-AE8919EB2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3CAE50-48C4-6D13-A949-35309595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45B1CB-B275-33AC-1CCD-36A31F99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CA6089-0C3E-DF96-D3D2-A8CE33C3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814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C322D-FA83-D2DE-5890-9CECAFBA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3479DB-840C-8C8C-CD37-2F71FA40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97A02F-BDB7-2647-A576-24ED8179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7F568E-9DD8-0FF6-F088-32D562F8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80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6A5D74-91CF-3442-A3B8-C0A5984DC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7E5602-21E5-191E-6C0C-20804B2B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A7026-C6A0-F87A-BB32-B254AA77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59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92025-D66C-513E-AC87-7AB536C3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7F59E5-8DCD-36B2-94C8-33857EF20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347BC5-0A64-C7EA-51FF-D8D1D3A33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901355-6920-F605-8C25-724D0E4B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7B1B98-F26A-DD19-8FF7-39C90400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F42487-1098-FB55-A7A7-919D2C24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95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B4897-9183-7ACC-D74E-F3F78BA2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2C458E-4972-BE66-04AB-C98BCCDCA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1A1058-C740-CF3A-4FCE-1DA63A781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1BF94-D1B7-2F87-3D10-E24F3C62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AE57D-F830-A938-9A5A-3D03F731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CC0D5-4B9F-7974-85C3-8C9DB49D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1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B4A2E-F54E-3417-0193-A565FE4E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D448EB-94BB-9A35-05F8-19C9FC951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419C9B-01B8-9586-78BF-FD04D0A3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A00FF6-667B-209D-725E-CA5248E6B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03098-54AC-EBB1-8F4E-557B1B5A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7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ED7041-E104-CDE6-747B-E239B11D0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A7288-CE57-9D68-7EE8-79F6EBF9B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666ED-10A4-6AB1-C99A-75878A60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987E4E-EEEC-612F-9F38-1B9767F1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AA0D5-EB94-0CF0-E363-C512FC28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5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EA9863-88C6-F096-8AAD-53C6B631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ACA2AF-D611-CBEB-2917-900B2FEE7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97B3A5-7E2E-D359-2DAD-303F02BF6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56110-7A0A-423B-9335-EF8D1721D5F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7C8E55-74C1-03B9-26B5-D024A34BB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8E35D5-6D15-6BE9-B6E6-CA2A0F0BD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D682B-D7FC-4929-9FB1-A95334EB85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41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99A4F13-4B0A-4DC3-7181-FF9BB750ED61}"/>
              </a:ext>
            </a:extLst>
          </p:cNvPr>
          <p:cNvSpPr/>
          <p:nvPr/>
        </p:nvSpPr>
        <p:spPr>
          <a:xfrm>
            <a:off x="151118" y="86628"/>
            <a:ext cx="12040882" cy="69745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5AB00B-EB79-2603-0D25-300B17672180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6D966ED-E433-94E3-E2F5-B5BE8B896C06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ECE8F62-73F8-9AF4-473B-3D2667FEE252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F4F791-0302-5759-06A4-3F89F58FDCF7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F7E93E-7AF2-A7AB-BF58-2ACE14430423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ED0DD0-09C1-6BAA-1432-32ED59B91F71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B032C2-D773-DA17-F166-008BFD742F88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813F3A5-6667-8489-FEF8-F8BAB456765A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966FA2-1628-3CBA-3BD8-724D009D360E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EF6F387-AD23-4479-69C2-5DCD0EE13E00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BC78E75-6AA2-D23F-7155-5F35539E0EC9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05066D2-E05B-AD96-FF43-FCFE7488A68A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F0B30B4-71BB-CE66-A16F-3CACE57F5AA5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B10665A-285E-A772-811D-72F61F8F5A7A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9290280-967B-9494-ACC3-485ED3778DA5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10B3A7D-F0D0-7A27-1F75-02351C8B6A8B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320930-F5C2-B480-4C41-DD96AFB3BADB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042EE09-C5C5-DEB7-F28E-EEF897E29910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8E07B82-EA78-3D1D-8F3D-A371B3259C32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FA219A1-471C-E681-C85B-3755E0119D8B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2A8B531-E4B5-2097-B35C-6F65A93B5264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8901F23-504F-6129-D68C-E09DDEA2C248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7" name="箭头: 上 26">
            <a:extLst>
              <a:ext uri="{FF2B5EF4-FFF2-40B4-BE49-F238E27FC236}">
                <a16:creationId xmlns:a16="http://schemas.microsoft.com/office/drawing/2014/main" id="{BED6EC72-995E-9A29-A95C-ED98693DAADD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9B0CE60-1F25-FE12-5ED3-0FB0609AB01A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767214D-6415-334C-B7D4-07107DBB3719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 </a:t>
            </a:r>
            <a:endParaRPr lang="zh-CN" altLang="en-US" dirty="0">
              <a:solidFill>
                <a:schemeClr val="tx1"/>
              </a:solidFill>
              <a:highlight>
                <a:srgbClr val="00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59437A1-A96C-1274-BBE4-139AB0DE3EF6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 </a:t>
            </a:r>
            <a:endParaRPr lang="zh-CN" altLang="en-US" dirty="0">
              <a:solidFill>
                <a:schemeClr val="tx1"/>
              </a:solidFill>
              <a:highlight>
                <a:srgbClr val="FF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A401F77-B506-8D41-EE82-4CB558942807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26179721-E079-62E9-B272-3D65E4C3AB4D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7565DBD-833C-688F-30C7-DE97B88605CB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3917016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74CDCD6-A854-05D0-D976-E5863BA28C45}"/>
              </a:ext>
            </a:extLst>
          </p:cNvPr>
          <p:cNvSpPr/>
          <p:nvPr/>
        </p:nvSpPr>
        <p:spPr>
          <a:xfrm>
            <a:off x="249846" y="-24712"/>
            <a:ext cx="12145353" cy="76320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箭头: 上 26">
            <a:extLst>
              <a:ext uri="{FF2B5EF4-FFF2-40B4-BE49-F238E27FC236}">
                <a16:creationId xmlns:a16="http://schemas.microsoft.com/office/drawing/2014/main" id="{E3153F8C-FD2F-0CD1-7785-2E9FB9364D70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4AF9C0BB-3162-3FED-1DAD-D5EAFAA21D85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A695CA2-2E84-58E9-81D5-D26A73E33E43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D45E930-31C3-1CF3-53D4-63A8E7B0EA61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C50D54E-93CA-ECE8-CE8C-D1F198484D85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C47271C-9602-E793-9967-2788EA89EAA4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77A52B7-0B7D-BB90-D959-1DCF84516C80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F12DFC1-3C13-F572-611F-D600BA8D8A84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4613D39-DC4B-F7FA-E3A0-35AE8E547F14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A507C316-05D7-0A83-FE6D-80E63B914543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7E98B67-F947-A1A2-15EA-18E8FE04EAA2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54D259C-987D-DD9B-D082-1CC5FDC9DDFC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BA49673-EB3D-4EF1-38C1-9B4EB26843FB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73D2EAC-DB89-4768-71DD-4F5BEEE5BB41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52DEC2B-C715-FE50-DEF8-4F771C58706F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7ACB3C0-5230-C2A1-99A9-0898D5673A35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6E2C2C1-ED34-10E0-13D3-0B74BB5043D1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98809C5-FE3E-542B-99CA-D0EFFEA3DD0D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71F304-DF94-5627-9083-9F0686F3C9E0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B3DBE5-284D-6AB0-B857-87A12C845B87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784120-AF00-8A53-4F47-E6898F1EADBD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6E6F587-E1CB-00BF-0A57-9A5B42693F10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C039BE-9A05-9A08-5DDB-132568B1A9F5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F516265-337F-303B-5FFF-397878E4C44C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FB27BF5-59C9-3988-154D-F0672EAC99BB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B7AD16C-945A-1AFF-20BB-FE28CEF7430B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 </a:t>
            </a:r>
            <a:endParaRPr lang="zh-CN" altLang="en-US" sz="1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DFD780D-697C-A10D-8610-C38893E8AE66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951E155-058F-3908-54BA-E115AE8C50FE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A143C5C-347B-02C6-0165-698049241A22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8481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636E96A-A80C-8D1B-33B2-7C7350ACB866}"/>
              </a:ext>
            </a:extLst>
          </p:cNvPr>
          <p:cNvSpPr/>
          <p:nvPr/>
        </p:nvSpPr>
        <p:spPr>
          <a:xfrm>
            <a:off x="151118" y="43314"/>
            <a:ext cx="12917182" cy="75893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DD2C8862-0AF2-A7B6-CE7F-FEF262BC9DA9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304DD6FD-05A8-A186-DC6B-C8528C31691B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3BCDA62-C539-3AA7-959E-801AF9D7FD7E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4713606-38D6-9A94-113C-83DB46E3ABB8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4018611-3A27-03BD-7ECD-52E8F8B29B78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82459132-FFA3-85FC-5E6E-7C3281B848E4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E648F06-AC02-C694-4AFA-9D1BCB75B0DA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C079644-5B78-828E-A706-49D3A705EF69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8F43348-2FD1-9A65-7AEB-28FC00851850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04FAD854-17F2-B7EE-1D14-C88BA23035C0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7E8CC99-F10B-11B3-E0A0-B953720022D3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5EE66E9-8FD3-4CE2-8C7C-C777162E9239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4658BAC-6805-D3D7-09FF-8F8E92183B21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0DF86DC-C421-1CAB-AA14-AC8118DCE0BC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3C8DAF3-BB37-1069-79B5-FAD4CBDEEB93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70B47DBF-CC3B-7568-9283-506EAAE746D0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D4F692A-A7B1-6F4B-C4EA-3B14EE3D36E7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6508346-F8C3-D161-3165-2C68CF3C57F1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330777-F919-9C85-FCB9-040728C68E7E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4033FA-52CE-AF7B-A83B-1AE07A7A5621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8ABE56-815F-C328-E828-2BCF47D8EECE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7BA8F76-B538-EB4F-0BCD-A864F6D04784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DAE9663-BA1A-EB0F-4B9F-6AA9EA792BB6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F224D35-4B81-C380-9083-4E81202EE199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176FBF4-A358-09EB-6C96-9BBEFD325E2E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00DED21-8DB8-2A6C-F0E0-56826D343512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E05B4E5-D98A-A46E-2316-284CEDCCE538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6CCA244-C4F2-7971-633C-02B2DD7DBA30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BAAC809-ED96-D39D-FDD7-DEF037505FBC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137059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4E52-D294-A00F-FA36-52F9A6B7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C61482B-5AC0-7C18-1DFD-10367AB3EFA0}"/>
              </a:ext>
            </a:extLst>
          </p:cNvPr>
          <p:cNvSpPr/>
          <p:nvPr/>
        </p:nvSpPr>
        <p:spPr>
          <a:xfrm>
            <a:off x="302236" y="43314"/>
            <a:ext cx="12207264" cy="73099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35957C74-8A91-7FDA-C1AA-447B61C18C33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501A02D8-C2DE-E27D-D066-C26EA684639B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8BE983D-C8C1-A40B-C9BA-FF19F77B1D59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2CE1BA5-C445-8DC2-B022-B3ED6400D342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6FC706C-D156-1987-B5EC-FD9874CD49F0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D0243EC-ACB8-F4B9-9663-9EBA95386CA8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2BC34AA-31C7-1C72-DC07-28E6A07A5C40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10B8090-56B9-53E9-7C7A-615A425DFCAD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A2F7F00-5873-D367-C0DB-BDA8A91012B6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EADBE-41BC-AAE3-23B1-B4278258BFA4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BE418E3-AF67-18AA-DBF9-55C7B657C571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A9B1171-ECC2-57AF-1681-E0B159F3EEB1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131023F-563A-DAD8-9892-0D34835F3727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64FFFFE-5A07-17AF-CC61-C1802B188184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74A9FE6-3CF6-20A5-8A03-43AFB9A1A431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B6B8DD1-ADBD-ECCC-45C0-FF7539A1561E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79D01F0-8AAB-894A-6383-7028FF81B0D3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A0D069A-C025-E329-6670-C4D99C6652BA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057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9AAE87-58A5-3639-C540-99669A7065A5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F70456-CAD5-00C7-56F4-6F4374499EBD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977ED5-FD8A-FF4D-C1C3-79F3B9E92C3C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2FACA3A-C7F8-0BE8-FC50-7E252F6F37DF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FAC43D7-F236-1F6C-168A-C3B6FD8AC34F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EE51D69-1958-84A1-4CBB-C8E3ACF9325E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521FE8A-5326-CEFC-0D9C-B284D2D74DCE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134B119-011D-9AD7-96FA-EC3F2343E466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C96C55D-5453-C921-DD22-136520F84609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1A297FF-076B-6510-D2DF-6A13B89AAB95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C5F29C1-83E3-A920-04E5-CA022081A4DF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182708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715A-E63B-1786-37CF-89154ECA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C44D11-51FC-E3C7-5B46-ED4C592C2000}"/>
              </a:ext>
            </a:extLst>
          </p:cNvPr>
          <p:cNvSpPr/>
          <p:nvPr/>
        </p:nvSpPr>
        <p:spPr>
          <a:xfrm>
            <a:off x="151118" y="43314"/>
            <a:ext cx="12955282" cy="75385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E1FE9269-BBF4-96BB-24F2-34D05102ECE3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C0F710B6-B883-D772-EB92-7D138723E116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F74D1CC-7020-0586-2810-16503C5BB231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653BEC99-F156-C077-5F60-A1E428883AAA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F95368C-FDB7-B3AE-9FB5-8CC8336C0FA1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3BFF00B-86F4-916A-F8BB-19DDB6792073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E1D568F-0063-12E8-4CCA-C42A273FB9D3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F948BD5-B980-ACE8-6BD2-91F91E651840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F8DD3E9-BD45-87C9-6629-1A76131AF487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8C1268B-A007-6729-6E4B-6B08F340814B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BBE8BDD-38CE-9C20-A4F8-7A73D82B68E9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26A45EC-426A-F2A2-3BED-60697C628D68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F62D0A2-9C73-AC32-4A2E-11EBD3289E26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8148951-B4A0-98DA-CC5C-E9C3E60FD6B8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AED5CAC3-222A-4889-A477-F2A9AB64FDD0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185CEC9-0EF4-B056-0FBA-BA79E91AB7BB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069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665CC62-B65B-82BD-FCF6-546AA4521A89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9539D39-2C5C-7D66-053C-4D74B0615490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A1E0A5-C555-A7E4-4EF1-FDF588AF651E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A15DC1-5C1A-6928-5625-9DFA36A8B3E9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5992CC-D6CC-F68C-6DF1-AA05DFE7FBF1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92A0ED3-FC72-D79E-B41D-87F9C3BDD0CC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92BE929-87C6-BAE0-F6E2-5FD5033784B7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828146B-4239-4745-7FA0-414E5488465A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5C324EC-6522-D68B-1331-7AAD93458CDD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C577065-DB1E-700C-6442-199ED84F77E7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F789231-5529-4445-B9F7-23CB188708A1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CF69D8F-414B-15A3-D45B-9A43109CE8B3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26A4F7-82D4-6139-409E-7B1F4185B269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174239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DE48-9FD1-C835-1B72-6EE390EB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87ABA5-C397-4B91-3C08-2B1055D6F695}"/>
              </a:ext>
            </a:extLst>
          </p:cNvPr>
          <p:cNvSpPr/>
          <p:nvPr/>
        </p:nvSpPr>
        <p:spPr>
          <a:xfrm>
            <a:off x="302236" y="86628"/>
            <a:ext cx="12385064" cy="74571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31072AD3-5962-FEBF-56E2-3A4581437051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0D986D63-D70D-DBB6-C447-C5E5D21E07DA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F6748E5-CEA7-4D8F-D41E-A8C4752BF4AC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DA6A57B-C5F1-CAA2-A70D-710871FD6407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7E820C-F9FD-F1A9-C9E9-2858E68026A5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EE2B888-F025-6A25-CB2F-C529B3BEA196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4384ED6-6580-B126-7443-E009B35E1533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A4BA7F8-EAA8-A567-B9EB-E144FBC57E91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5472F6E-F4F9-EF54-8BAF-15894EC1580C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BD0C9FF-BB41-96C1-CFE4-A455A4031FA4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88B518E-522C-A2CE-8A2B-9B83A77B84C3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EB821DB-640D-0DE0-19D1-08695DD3E31F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84F4A8E-67A5-E9CC-0141-D07474590478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8A8A387-B4B0-6A88-E92C-20A03D232DE8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012165B-25A1-45FC-9B50-7943F5E3A74C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ADE11E40-F86D-48FD-B090-92DA16568D58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8BE0146-9EDF-84FB-B277-DE8A503F4D59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3CDF570-63AD-4E1D-EFC9-08C14B5C6B55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089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59F230-B203-3BC2-48F7-9F943AC607A8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1C13EF-72A3-D25C-9CBB-637C7E2064E9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6B302D-1587-2229-7D4A-D3108966AD90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A075504-0339-A4CF-73B9-4CDD5948CB42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3AA81B0-3994-EFF9-1DCC-459B67D9F870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B3647EF-ED6E-D35C-EC87-971595D76F41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B6E159F-BB7E-1286-92CF-58A8071C153F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ED215BD-079F-215A-4D99-93A70767805D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725C707-AB56-718A-B8A7-88189EB50665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D7215E5-7F43-B5B8-9150-6621245BB716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4B2AD18-375A-D1FB-B573-43A435930B52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288159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C291-2433-7006-F996-D7CE1E5E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A0E3241-7886-9347-2C9E-8A5A0FC15423}"/>
              </a:ext>
            </a:extLst>
          </p:cNvPr>
          <p:cNvSpPr/>
          <p:nvPr/>
        </p:nvSpPr>
        <p:spPr>
          <a:xfrm>
            <a:off x="151118" y="191194"/>
            <a:ext cx="12574282" cy="75685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8CE8DFE3-27B5-1043-38DF-7F73417CD8E1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7A288E51-1D5E-158B-2C10-1DEDD31ABF0C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B6F0BDB-478E-EBE9-C81F-5AACFA81E6CA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1E68ADA-2053-0BBB-1EF6-7EB11FD54958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C29E98D-1346-8816-E3EE-9ABCFA680AC3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81B0E80-BD97-249C-D676-741294A72C38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07847B3-005D-8B24-B4FE-4CDCBF0D71E0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3DAB2FB-D017-2F4A-4146-1598649F541B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F264220-F632-686A-037B-4C6E8D0A151F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69D394E-9B56-B25B-954B-ED94736D00D4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4CB39CF-B507-8D3B-B8C9-7FB27AC19F8E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C370B87-DC07-66E1-80D7-DFCA1F60460C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6464B51-2101-0D6F-611D-5FD99D57A374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B6C3C42-FDAF-74BF-DE21-5B8E24283BB2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ECD15EA-5CC7-264C-237D-D6BA72AE5EBE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097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3E4E7DF-C9BD-FF0C-1F26-BEEDE630F353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F6291671-AE95-6E20-8F76-7C120BFE3D96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FACBF7E-ABAF-3E35-073B-C0633507F496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E3E047-9309-0641-9DCC-2AE23D5DAA9D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18AA34-52CB-C759-7103-0A3B6CA3CCDB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945C4-D639-4B05-4DAA-7DB914406C27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50519A9-F99D-F5FB-2CD7-B4DC9FE86ED2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61B2B5B-FC1D-1A26-C09B-943A08F729E9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D8B5F31-366C-9DA6-02FB-95827FC11707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0E6E56F-7700-AA81-81D3-8A4D6FC4C370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A7BB53A-EFA0-3B35-AB0B-5AC69A696C76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A5F7E38-4C15-312E-3A16-8D164207AEC3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2B3E60F-C35A-4B9B-3417-FF13F8106349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7D691FC-09B7-B938-D0CA-5AA636D15CB1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337825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8C74-1CC9-6537-C213-1A434946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2908AD2-ECDA-51DD-D6F7-C5359ED4EA10}"/>
              </a:ext>
            </a:extLst>
          </p:cNvPr>
          <p:cNvSpPr/>
          <p:nvPr/>
        </p:nvSpPr>
        <p:spPr>
          <a:xfrm>
            <a:off x="151118" y="43314"/>
            <a:ext cx="13094982" cy="7525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DB9CA88E-8B92-FA56-E137-A4C0E425CCBA}"/>
              </a:ext>
            </a:extLst>
          </p:cNvPr>
          <p:cNvSpPr/>
          <p:nvPr/>
        </p:nvSpPr>
        <p:spPr>
          <a:xfrm>
            <a:off x="11007293" y="2813463"/>
            <a:ext cx="577516" cy="763418"/>
          </a:xfrm>
          <a:prstGeom prst="up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上一页</a:t>
            </a:r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3844C0A8-A040-E200-CDD1-258E4A52299D}"/>
              </a:ext>
            </a:extLst>
          </p:cNvPr>
          <p:cNvSpPr/>
          <p:nvPr/>
        </p:nvSpPr>
        <p:spPr>
          <a:xfrm>
            <a:off x="11007293" y="4142799"/>
            <a:ext cx="576000" cy="763200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下一页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437792D-2B36-9BE3-B5CC-2DAB29D97799}"/>
              </a:ext>
            </a:extLst>
          </p:cNvPr>
          <p:cNvSpPr>
            <a:spLocks/>
          </p:cNvSpPr>
          <p:nvPr/>
        </p:nvSpPr>
        <p:spPr>
          <a:xfrm>
            <a:off x="9274752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D1FD1EE-BFB4-5B9F-3FF8-A251919D54B2}"/>
              </a:ext>
            </a:extLst>
          </p:cNvPr>
          <p:cNvSpPr>
            <a:spLocks/>
          </p:cNvSpPr>
          <p:nvPr/>
        </p:nvSpPr>
        <p:spPr>
          <a:xfrm>
            <a:off x="9274752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120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EC897F-772D-156F-BFAC-6961E71F2BA8}"/>
              </a:ext>
            </a:extLst>
          </p:cNvPr>
          <p:cNvSpPr>
            <a:spLocks/>
          </p:cNvSpPr>
          <p:nvPr/>
        </p:nvSpPr>
        <p:spPr>
          <a:xfrm>
            <a:off x="9274752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696D92-CDDD-8219-DDFD-B0B3D872289D}"/>
              </a:ext>
            </a:extLst>
          </p:cNvPr>
          <p:cNvSpPr>
            <a:spLocks/>
          </p:cNvSpPr>
          <p:nvPr/>
        </p:nvSpPr>
        <p:spPr>
          <a:xfrm>
            <a:off x="9274752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882558-AD4F-DA6A-0527-DEAB8411EBBE}"/>
              </a:ext>
            </a:extLst>
          </p:cNvPr>
          <p:cNvSpPr>
            <a:spLocks/>
          </p:cNvSpPr>
          <p:nvPr/>
        </p:nvSpPr>
        <p:spPr>
          <a:xfrm>
            <a:off x="7542211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08F3EB-7A84-DA39-D1AB-092573123B77}"/>
              </a:ext>
            </a:extLst>
          </p:cNvPr>
          <p:cNvSpPr>
            <a:spLocks/>
          </p:cNvSpPr>
          <p:nvPr/>
        </p:nvSpPr>
        <p:spPr>
          <a:xfrm>
            <a:off x="7542211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119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1101AA3-DE42-0F78-D044-63CFD9677C3C}"/>
              </a:ext>
            </a:extLst>
          </p:cNvPr>
          <p:cNvSpPr>
            <a:spLocks/>
          </p:cNvSpPr>
          <p:nvPr/>
        </p:nvSpPr>
        <p:spPr>
          <a:xfrm>
            <a:off x="7542211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FB6B326-C402-EB71-F83F-D435337A8ECE}"/>
              </a:ext>
            </a:extLst>
          </p:cNvPr>
          <p:cNvSpPr>
            <a:spLocks/>
          </p:cNvSpPr>
          <p:nvPr/>
        </p:nvSpPr>
        <p:spPr>
          <a:xfrm>
            <a:off x="7542211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856A63A-AD3D-6432-13D2-5C5D243A2C0C}"/>
              </a:ext>
            </a:extLst>
          </p:cNvPr>
          <p:cNvSpPr>
            <a:spLocks/>
          </p:cNvSpPr>
          <p:nvPr/>
        </p:nvSpPr>
        <p:spPr>
          <a:xfrm>
            <a:off x="5831406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114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F8794D1-19C4-5D13-F5A0-E102A42C8270}"/>
              </a:ext>
            </a:extLst>
          </p:cNvPr>
          <p:cNvSpPr>
            <a:spLocks/>
          </p:cNvSpPr>
          <p:nvPr/>
        </p:nvSpPr>
        <p:spPr>
          <a:xfrm>
            <a:off x="5831406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118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6F14E1-A733-FFC6-AA1A-D12A8C5C644B}"/>
              </a:ext>
            </a:extLst>
          </p:cNvPr>
          <p:cNvSpPr>
            <a:spLocks/>
          </p:cNvSpPr>
          <p:nvPr/>
        </p:nvSpPr>
        <p:spPr>
          <a:xfrm>
            <a:off x="5831406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126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9E1BE17-17CC-30AB-12BC-B818570B0F04}"/>
              </a:ext>
            </a:extLst>
          </p:cNvPr>
          <p:cNvSpPr>
            <a:spLocks/>
          </p:cNvSpPr>
          <p:nvPr/>
        </p:nvSpPr>
        <p:spPr>
          <a:xfrm>
            <a:off x="5831406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122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614EEF9-D766-F551-E18E-1F6BBCA633BF}"/>
              </a:ext>
            </a:extLst>
          </p:cNvPr>
          <p:cNvSpPr>
            <a:spLocks/>
          </p:cNvSpPr>
          <p:nvPr/>
        </p:nvSpPr>
        <p:spPr>
          <a:xfrm>
            <a:off x="4116303" y="1913463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113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874C509-5425-0B9E-3190-7EC032BDDFF7}"/>
              </a:ext>
            </a:extLst>
          </p:cNvPr>
          <p:cNvSpPr>
            <a:spLocks/>
          </p:cNvSpPr>
          <p:nvPr/>
        </p:nvSpPr>
        <p:spPr>
          <a:xfrm>
            <a:off x="4116303" y="2910975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117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2D531DC-870C-15C4-D184-56C3EC145690}"/>
              </a:ext>
            </a:extLst>
          </p:cNvPr>
          <p:cNvSpPr>
            <a:spLocks/>
          </p:cNvSpPr>
          <p:nvPr/>
        </p:nvSpPr>
        <p:spPr>
          <a:xfrm>
            <a:off x="4116303" y="4905999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125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C03744E-7D2A-9534-B6AF-3CDD8646D456}"/>
              </a:ext>
            </a:extLst>
          </p:cNvPr>
          <p:cNvSpPr>
            <a:spLocks/>
          </p:cNvSpPr>
          <p:nvPr/>
        </p:nvSpPr>
        <p:spPr>
          <a:xfrm>
            <a:off x="4116303" y="3908487"/>
            <a:ext cx="1620000" cy="90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3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121</a:t>
            </a:r>
          </a:p>
          <a:p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C5BDE4-658D-7614-FE34-6F6DF8456708}"/>
              </a:ext>
            </a:extLst>
          </p:cNvPr>
          <p:cNvSpPr txBox="1"/>
          <p:nvPr/>
        </p:nvSpPr>
        <p:spPr>
          <a:xfrm>
            <a:off x="874913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正常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388464-6396-F87F-7E78-DAF1DEE7DE37}"/>
              </a:ext>
            </a:extLst>
          </p:cNvPr>
          <p:cNvSpPr txBox="1"/>
          <p:nvPr/>
        </p:nvSpPr>
        <p:spPr>
          <a:xfrm>
            <a:off x="9543825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故障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BDFDB70-4B7C-5691-D4E9-1CE28C2B99A6}"/>
              </a:ext>
            </a:extLst>
          </p:cNvPr>
          <p:cNvSpPr txBox="1"/>
          <p:nvPr/>
        </p:nvSpPr>
        <p:spPr>
          <a:xfrm>
            <a:off x="10338520" y="5938649"/>
            <a:ext cx="668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报警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325C03B-E7A0-B606-EAB7-3FDCB03A8749}"/>
              </a:ext>
            </a:extLst>
          </p:cNvPr>
          <p:cNvSpPr/>
          <p:nvPr/>
        </p:nvSpPr>
        <p:spPr>
          <a:xfrm>
            <a:off x="9003824" y="6362075"/>
            <a:ext cx="180000" cy="180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C74BE26-8903-0D24-5D54-5777143CC184}"/>
              </a:ext>
            </a:extLst>
          </p:cNvPr>
          <p:cNvSpPr/>
          <p:nvPr/>
        </p:nvSpPr>
        <p:spPr>
          <a:xfrm>
            <a:off x="9817218" y="6362075"/>
            <a:ext cx="180000" cy="1800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C854EDCE-42E7-66C8-07E7-3CDC85C7C269}"/>
              </a:ext>
            </a:extLst>
          </p:cNvPr>
          <p:cNvSpPr/>
          <p:nvPr/>
        </p:nvSpPr>
        <p:spPr>
          <a:xfrm>
            <a:off x="10594831" y="6362075"/>
            <a:ext cx="180000" cy="18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30D5C3F-25CC-C21C-CE4B-ECF86B16ECFD}"/>
              </a:ext>
            </a:extLst>
          </p:cNvPr>
          <p:cNvSpPr/>
          <p:nvPr/>
        </p:nvSpPr>
        <p:spPr>
          <a:xfrm>
            <a:off x="1803999" y="5305485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⚙ 时间设置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FAB1FAD-A912-9C17-20EA-69989074A7C1}"/>
              </a:ext>
            </a:extLst>
          </p:cNvPr>
          <p:cNvSpPr/>
          <p:nvPr/>
        </p:nvSpPr>
        <p:spPr>
          <a:xfrm>
            <a:off x="1803999" y="1913463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系统状态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E73B612-6B32-1A6D-8FBC-7E9BFB324FAF}"/>
              </a:ext>
            </a:extLst>
          </p:cNvPr>
          <p:cNvSpPr/>
          <p:nvPr/>
        </p:nvSpPr>
        <p:spPr>
          <a:xfrm>
            <a:off x="1803999" y="3044137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控制器状态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577A95EA-525D-83D2-4709-D1BDCD0AEB5B}"/>
              </a:ext>
            </a:extLst>
          </p:cNvPr>
          <p:cNvSpPr/>
          <p:nvPr/>
        </p:nvSpPr>
        <p:spPr>
          <a:xfrm>
            <a:off x="1803999" y="4174811"/>
            <a:ext cx="2013498" cy="50051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事件记录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&gt;&gt;&gt;&gt;&gt;&gt;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A632BDD-B524-964E-2BF0-D2377D89F3C4}"/>
              </a:ext>
            </a:extLst>
          </p:cNvPr>
          <p:cNvSpPr/>
          <p:nvPr/>
        </p:nvSpPr>
        <p:spPr>
          <a:xfrm>
            <a:off x="5408706" y="904776"/>
            <a:ext cx="2465399" cy="78435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风压监测系统</a:t>
            </a:r>
          </a:p>
        </p:txBody>
      </p:sp>
    </p:spTree>
    <p:extLst>
      <p:ext uri="{BB962C8B-B14F-4D97-AF65-F5344CB8AC3E}">
        <p14:creationId xmlns:p14="http://schemas.microsoft.com/office/powerpoint/2010/main" val="3610153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0B01-BB84-7473-B3E9-25A4FD8E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1279186B-6691-329F-628E-F35BEBA3B9D0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167E17-D0BC-0EEB-A645-F37F123B6639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7766144-95ED-815A-5087-21C4D1F4EC24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CE109C0-BECA-6CB9-8B2C-D6092DEA7354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F910CA3-9E21-927D-BD0B-3A4BEE224B48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F4EEEA8-36DE-266C-5D7C-DF191D92083A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CBB960-9362-1F77-907B-E3988D8BE5DF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F901A8-1643-DD90-DFB7-1EC1EEA41AAE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B03CE71-43AE-5DEE-6133-5BFFBE4FC126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DDFB07D-78F9-1614-3F52-8FCC155EBDAF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F916B9E-BA09-3FC8-4700-01844914EA25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32D01F8-DE91-3281-0CFC-05397AC2192F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EA331B9-FE80-BF1C-961E-EE97A3F02660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FC67D25-5532-62F9-D615-79AD0969F93A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0D067AE-0E5C-4B58-E0A8-809ACB7B28AB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E7440D6-45B0-49CC-F842-231DD85B3C44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1480C7F-A6B9-243C-9F58-D76183A38177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2DF3844-C0D6-0599-9A70-26CCEC301A5A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D250765-4473-5658-F8DB-4FFB1F07CEB0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2B61459-F19E-09C2-3F02-5ED148E5C611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C2CB3E1-BF65-9E09-E2E9-F0265423485A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19E02E9-BD27-BB86-B89D-50F36A53F2D4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C49D7A5-DF41-1181-AEF7-364761BE0E3F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6912363-462D-86F8-B108-7C056537A8C9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0C69AEC-449D-D27C-A12B-8FA0C59846A5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3F840FB-E28D-8E65-B3F3-67C226832915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E32D2E2-3ACE-0D12-EBBC-7975998CB909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853646-14CB-6054-FDD4-07D45C62B4B0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485081-25A9-A066-3BCC-0F79CE9E5116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EE985A1A-1763-A8C3-98EA-9AA17A11EE83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B49361A6-8C4A-2683-DDBC-E85097318517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8DCEEB18-29BE-164E-8F58-19D2E6C64471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EB639148-8E51-0560-AFA1-36ED89D4A830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A5D0FF7-1B53-C66B-AAAC-D7C4B6D60976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A830699-FC57-1AC7-BC3D-F05032358804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BCAB4FF9-3EF1-274A-02B9-6819C541547B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CA26B596-F573-466E-BBAA-6FF774E77E47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CBF0627C-A4D6-27FC-9531-733CA4E8C584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8EC2F0CD-83CC-07A6-FDF8-818436E38371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CE9AF81F-1C61-FC56-3D4F-9226D8EF2AE1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68C9EC-507F-4684-656B-E422ED121ACF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7B21542-D8DE-03C1-D7AB-A246EDB47CAC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5C6CB44-9CFA-CE65-0C7C-FCFFF130FFAD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7268D94-6A42-4A73-449C-9173E29CA88F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B4EE4AC-4881-9EEE-721A-B541569118CC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5E33D24-AC1D-F09C-2FDD-F3C54516FCC7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4F6F6BF-2296-A2B1-3CFE-CCD03673BCDE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376A249-0640-20CA-F303-EA29264A88AA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853559E-8396-71C1-08BB-E466F1C3437C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853559E-8396-71C1-08BB-E466F1C3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D4BDE3-308B-765B-1F8E-DA21DB49C21D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D4BDE3-308B-765B-1F8E-DA21DB49C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85B4CAA-6FA4-5D1D-A7B6-481C5AC6BBD9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85B4CAA-6FA4-5D1D-A7B6-481C5AC6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376B870-B461-1A41-D053-9667426D75FC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376B870-B461-1A41-D053-9667426D7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9CECD6A7-227E-08F1-7A6E-03D10584D23C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471BE3D-5C60-8943-2494-C6CAADBFEFAF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808011-0C86-97FA-F6CF-92ED7BBCC3E8}"/>
              </a:ext>
            </a:extLst>
          </p:cNvPr>
          <p:cNvSpPr txBox="1"/>
          <p:nvPr/>
        </p:nvSpPr>
        <p:spPr>
          <a:xfrm>
            <a:off x="2521028" y="320773"/>
            <a:ext cx="85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highlight>
                  <a:srgbClr val="00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开启</a:t>
            </a:r>
          </a:p>
        </p:txBody>
      </p:sp>
    </p:spTree>
    <p:extLst>
      <p:ext uri="{BB962C8B-B14F-4D97-AF65-F5344CB8AC3E}">
        <p14:creationId xmlns:p14="http://schemas.microsoft.com/office/powerpoint/2010/main" val="133159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D084-FE09-54AC-9A15-C94869B8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18DE1430-4F00-F6E0-D1CD-8FA3E1A8CDF4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DF29BFE-5C84-2AB3-D06A-86CF6C215A22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863B36D-DD15-73B6-DD1A-675FC9AF5FE3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ACC671A-F281-8463-E826-944CF6F76C5F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F89CAA8-8DC4-C543-3DB5-6E8DA161123F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2EB3003-4203-3BD7-91AC-0FC3984900C3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175297-21AC-5D8E-9013-9F885840F3FC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468924B-C13D-848C-467B-286F75066B99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D49C2D5-3EA1-B416-DA0D-9D86C71C4CBF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427F31E-9C7C-B78C-FF2D-E348146AE6DE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9179A48-B7C9-3266-EFC3-5A5F9FA87193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DEE508B-01C4-FD3C-3149-DA3530C58B4A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806059A-991C-A5D2-85C4-D36EDBC981FD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FA37256-0454-CA58-5CA9-BF5D4AC464DE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71B9735-CA6B-80BE-98AA-4E1C721A9629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2854878-236C-3DF1-1DEF-F34AF4BDBC26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40D457-303D-952E-10A5-8EDCE471B0FF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5562A19-7B75-0EA2-F8E7-60E310429080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147623C-9ECB-57C6-2543-0BBEB1E9C089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298E1D4-187C-2D66-F619-1AC452DBAF85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0D02B12-3AFE-DDCC-C215-4B33CBB7D801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EFC1ED-3EE4-E759-6F9F-97A3FBC795FF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0221F63-F932-5FF4-A1A1-3C1A1D393C14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B68A883-61BE-8D3C-0B7D-B3C0DD6CDF27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8B4C5F4-0CF2-8496-2F81-620F2C5097A6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920692-5067-DB1F-B8A6-C553802955E0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9B356F0-C9AE-5C5A-157B-C4BF760AA3DB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6ADDBFF-4046-3992-270E-038DA8ED0CB7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DB9ABFD-AA8B-E9F7-D73B-F9C03D498478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BF7F31A8-FEFD-9248-3648-0DB6E7160172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997609FA-1D85-6373-B057-674FFA442E3F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8838E0A0-5676-5CA8-CAE1-ECF17F9842CF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E5FF4EEE-953E-9F2E-18D1-450E1CB3A1BD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DB1F1657-D7EB-2AE7-62D5-249F9E8EBF8C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58244D5-ECF6-0CB7-B3AF-486F41561686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B647B427-0333-786D-3F06-F4BEC3590203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AA379D23-E1C0-35B5-219B-55E3CF00AA8F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7B55C7F-452D-D956-E22A-4FBA2EEEABF7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D50252A2-B68D-E359-DAB9-57C64F76E060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0D8F8520-D820-6D40-EA68-468E10624C41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CED57E8-9EC7-66C5-0A14-EC126A40973B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E2D21F5-D1B0-EB2D-4A08-5A2CEB2FE70F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1D37C24-EE3E-7C7B-2B1F-E9C84732775A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BF573ED7-A6B6-21D8-29AF-E6101C030C6E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A5C3257-F131-A949-A59B-5458973EE0FF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795CDFE-22A8-676E-70CB-1E5ED442271F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7CE24D7-1DC2-9035-2A46-573A454D02E1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175083C-4624-54DE-2EE4-C343E3A01413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5BEF522-FE5F-0A0D-5C5E-6DF15F3D407B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5BEF522-FE5F-0A0D-5C5E-6DF15F3D4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BF636A4-F550-8641-C801-30092A1895ED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BF636A4-F550-8641-C801-30092A189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41FC145-2B47-DFF1-BAA9-589955EE42AC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41FC145-2B47-DFF1-BAA9-589955EE4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2441DFA-E573-4519-D440-716045D978F1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2441DFA-E573-4519-D440-716045D97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FD3A4372-D0D2-9951-1449-61E30F0E3ED5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77F2E94-6845-36AB-BA1A-160C425E7618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3667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D5B0-880A-3DC9-8225-FA482FC9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929777C1-ADBC-0902-73F6-32963FC9BA01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1AA40F-00BC-1D84-67FF-625D075ADC0A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5D48A3-290A-F2FB-19EF-FCD2349175B1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65F4E1D-B302-0FA6-893E-E3E493419420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7FE0528-B886-D45C-A340-1F9CBFA7C1F8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E02440F-698F-4E1C-9E3A-26A2CBC08623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9452DD-12B7-A0B7-C151-4DA821C25FD8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E54C33C-2C76-FC02-66E0-17C123A1C549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8941033-28BF-DB54-6E1F-79691BBFD63F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353AB8B-AC8F-7AF2-FF20-A09421FA35AD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BD8BEDA-0FFB-CF8C-5262-C7A68DF56259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644C1E7-31C5-5007-B554-A9EE98D75486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F8D2E28-CA1B-CEA6-6F95-E6B7E5F3C968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2D74210-B38E-BECD-5690-689C9B760DE0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F1E94F8-678D-EC52-DEDA-4531EFB45D3A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9AD04BC-41C7-2797-C530-172F947A7E11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80D53C4-78C6-304D-E156-127B40DEC1F9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04EE3F0-852D-9545-6948-3B2B080E56A0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89C1605-C44E-427C-D401-9370135B13E7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2D35439-8A0B-23EF-24F2-7243ADA71E77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0E4FB53-1038-A217-973B-61238C504789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A119632-75F8-742C-03B8-76610F13A272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CBF35FB-BD24-13F1-0347-154FDFD5BB08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E584A45-8C69-4676-522C-1B7735E85BC9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E058BF1-7C72-1487-04FD-9308B86FA6E2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AA97F39-93D6-3D82-05EB-3802B59F9E64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64C504-B5B5-36E9-45E9-F7C713F40B85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61A8658-28DE-2E15-B209-715049E82444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EE6C145-0EEE-93DE-A6AE-C0EC24008903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8F691341-0E56-5EDF-820D-DAB6D5D8D044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D83891C6-45C8-D24B-580F-89BC56189CC4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32642357-2404-1D64-5745-26BCC0C1AFBC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2884F697-6BA8-189F-7946-3D6D71313096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25A17C1-4F56-6618-6924-B46E7E60496E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40CA7427-013E-D78A-45D1-C24228CA3DFC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4731781-DB32-5F87-D6F7-504D4C583021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78E456F7-EFF0-82E3-433E-D62CF593BD9E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DDEA6364-B4EE-FD6A-6BD6-B76F56C2E0AE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5D2B562E-0948-CB78-FE4B-D92AAD69411F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F0E0678A-65C4-175C-A814-33AAD4F5B9C1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EBD41E3-A5C2-7858-9AEC-ACEE2A60B4C5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B73AA36-3566-06C4-F661-928A8890FBEE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DCABB07-5BCE-AA30-2B49-ED29E6A535D6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E24A5BF-8ECD-D9C4-F015-1BFCC2ABF90A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7843BC9-772A-7C51-4D44-9D642581BF71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B7A5357-E6FE-A23D-C94E-23099CAF8CCC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ABAF2F4-1375-55CF-F54F-B223725ED889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A9A7253-2939-6388-980F-051334DB0D9C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D0235A-24CE-787C-19B9-B2290542D949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D0235A-24CE-787C-19B9-B2290542D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B47BC7-4966-91CE-8546-4077876E90EF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B47BC7-4966-91CE-8546-4077876E9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18FBC6D-8A12-4A0C-95CF-DD4FB8F5E3D4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18FBC6D-8A12-4A0C-95CF-DD4FB8F5E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7F7E403-9EB9-F521-9E69-4D1A32D1564C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7F7E403-9EB9-F521-9E69-4D1A32D15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E880B39C-EB91-BE24-F924-E78A384FEE4C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56EC525-F042-3F76-68B9-D0D1CE427E3B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51028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C438-E0A5-2CD5-C94F-A87C5A8F0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4C249C03-4FAF-3C74-EEFB-0611B49A2372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74FDB7C-05A1-78DE-1321-1957007E5C3B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7020AAB-A702-3B7B-9323-D3CDF1BB5E9C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653F847-C1EE-590F-9BC8-68ADC7928330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86CBBB1-8CD2-BD13-A7B3-EB2C53D93B05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B276E82-0059-8E51-2A4D-63D3EB5EA5BE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1ADBC76-CD26-8FBF-412F-E09DCF05E06E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F540C8B-FF9C-77B8-01C4-3F275E6DECF8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E873B72-C4BD-F3EA-DBF0-4BB65951F2B2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228B923-3690-F731-D7F3-32C2DFA8A886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46D37AB-FB44-E430-5BDC-B82D203E44AB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9F1B356-9E75-B1ED-AEB9-315410A91112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1331E23-EC68-A846-1434-B6CCF00DBAC3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302C758-A606-0487-91F3-502A05140F93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0AFD638-D430-E0D5-E0BC-4E93AF95A633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DFAB000-F99F-EBD7-E0AF-BE17FDF64AD1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161791C-1FD1-E623-85CC-5E0C98956756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2F1F34-6E56-3007-5D27-35DAB8DE6431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C0746D-F576-1CFA-A69C-EEB66035B4CF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1A8234-C695-698D-4F1A-AA9CC1BF781B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AF045B1-1D45-4BC3-7814-11CE70FB4032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6D764CC-12D5-F80D-8C89-F74A27F843A2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153134A-5D05-D015-8183-4E1E80458D62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0AE2132-2BF7-D58E-81E2-3EF19DCA1A70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1B6E221-2473-3BBD-6E3A-6BCDFE5138CA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9697F33-68B0-1694-7884-AE2A6CAB4241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899738E-2AC7-DA00-1457-366A7342C31B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87BDE8D-D2FF-DE69-699E-7600FEAA6045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BA0C184-9EB0-1D0D-3B5F-DA83AF28ACF4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D6736ADA-65D3-E575-31FD-53E204EBEACB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E85086D3-191B-05EB-132B-33FEBD13D8F6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33C06209-8D36-08DB-5B0F-E4A9AFE6F5DB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5BDA57AA-9F43-E32F-16AC-E4907928B9D0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0496EC1-91B7-41D3-C7C9-F19F185FDE4E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38B6358D-C7AD-F904-09D0-1976306944D3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6C34F61C-16E8-52F4-3AFF-E9BA86209402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75A68383-A8C5-6AFA-8FFA-1DC5B91A040E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79573918-A852-2C86-971F-0C8C3A4206C8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DDD61D06-3C9B-1F1F-98EF-E8F799BD2C33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F96AFC2A-2BA0-87C9-9726-0B00E0444583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451384A-645E-946E-12B7-B8051650D035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3276652-12A8-109F-933F-1DBB0189D5EA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9B4F508-EA82-07CC-CE61-073C3B999B55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3680A4C-66E9-96B9-2F7B-A7EFD59B6329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BE6406A-0286-0F3A-58A5-187664830578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391E26A-C354-A196-F2E1-2C92D98DDC61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F796FAA-3A22-66EC-09E3-DAA7BA51A1CA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ADBE5D6-5C44-FABF-8BBE-3A34FAC858BF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A8DA39D-B600-A3F7-6432-458AD9466879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A8DA39D-B600-A3F7-6432-458AD9466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77965AF-36FD-3027-7E14-8619CDB7AE04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77965AF-36FD-3027-7E14-8619CDB7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4D2235-BD4A-BFF5-8B71-16377CD4C121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4D2235-BD4A-BFF5-8B71-16377CD4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8ACDF4C-F89B-B45A-34EF-0F4C65A93E89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8ACDF4C-F89B-B45A-34EF-0F4C65A9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9CB4955B-2CEB-CA26-5EC5-598CCC4A8BD4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5D42379-AAA4-A532-90E6-B89825182848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5846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2E7B-AC3A-0554-BAD8-1C349ECB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012ACFBC-FBD6-6880-B078-4A54138C167B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6689F09-403F-FDB6-05C1-5FD14E590AF2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A3BBAFC-499D-A67F-F0DB-8251DF9A7BCC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267CDD4-1491-BDC0-790F-DC2CBD407DA6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67AA766-465C-57E2-12E8-D65989F71CD8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3672B3F-82E5-8E8E-C6F5-18D2D2CD0B9C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5E82BC4-D319-951F-96E1-692D90C71023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DC0DE57-944E-B2FD-B20F-8D16D57D117A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33745E7-A9C8-4878-7347-21060E68BAC0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F0AD2D5-2CAD-DE33-ECE5-D210610B6407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ABF5F25-6AD1-BE5B-8DAD-554019C09E2F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7E31D2D-6D78-41C6-0398-33B22A70CBE0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62C9320-F9A2-D69D-DA78-ADCE0C4D2A72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5CDC2C4-A593-9BCD-DB35-C1CA51B2DD5B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F2823FF-CC93-EB69-F145-90D1C0A80C77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BBE116B-C140-DA6A-1D05-F5661C6B8C64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CF9C573-F7A6-94E4-7334-FCF925EDEA97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25DF60-4704-3AAC-326B-6B64D7DC5AF0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0C41DE2-DB3E-468E-3DE1-206AFFCA4FBF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647C224-5BA7-221A-B85E-8D75C4FE941E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2BE90D5-F38B-A049-5C04-51EF6F8209DB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C7C39DC-2CE6-7BB0-9ED0-0362B4C82CD9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A8B85B4-A600-E2C1-9AFE-BF89F3D22F37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D980300-A9DD-ABAF-49CF-CAB71E74B93F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D4EA465-0C1C-5BAC-529E-7DA118715976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66F6CDA-620C-8BC6-91E1-27B46F50C92A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1949E2E-9FF7-9827-8866-96D15066D67E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A762577-DC68-45CF-8FF5-A029D9DE89EE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392322F-6D62-BB23-0FDE-2BA6F7C56904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4140D4FE-7FBE-FD96-65D3-C91664C3EC1A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6405A8A1-C0D5-5EAE-B706-6478F59B37FF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9BBE183A-EE99-D37C-CD53-38671DDB4845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C1C938CC-DC85-9D4B-6357-893ED653D5EC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CF28F3D2-5221-FA76-AC37-D12348CCC735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D22E0538-A204-E05C-C6EC-98F75AC6A67E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6246C2E-6F0A-6523-945B-34CBB24B46D3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D82F45F2-A6CB-F324-1F13-8F82A4DC4EA1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D811733D-9632-7A68-6CE6-F3E615959401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8E98630-37E4-E12F-9B82-B0B62E93E5DA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BBBAA22A-782C-FA71-9D1A-5E3CD9AA299F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C443150-7F79-F6B2-12BD-31A18AC51088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3FA1224-7BAB-7D10-D5D6-27149AD43883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1337220-03C4-54E3-C432-82DCAE78F80B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6598BF4-DCE2-F238-4976-9CE13F5FFFF3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F201355-DB0C-5FC0-5A5C-A3B3BC1AF9C2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EE6F004-B782-1A08-A48C-1F99E97B635A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B3FCCA3-50B5-46CF-1F7C-94E4B0983E1B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E9063371-AA0A-B550-0ED6-C21AB34ED049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444EBD-161F-A267-655D-B32D5FEE469F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444EBD-161F-A267-655D-B32D5FEE4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04FFBAB-1457-5517-5B6E-1CD842BB2D58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04FFBAB-1457-5517-5B6E-1CD842BB2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08F860-5C0C-EBEC-9720-D7F1309E6DF6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08F860-5C0C-EBEC-9720-D7F1309E6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FDD0AA0-BF4D-E488-FA35-274BF064AB6B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FDD0AA0-BF4D-E488-FA35-274BF064A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E496DDA2-7975-5C8D-7DD5-70E1F964C33F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0A39202-4ABC-28A4-190E-577736BED03A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12162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D288-4548-F974-F80A-B3ACD304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EFE57F5C-048F-B2D2-FEC6-5DE1DB6DD688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FE5242B-5A7E-306A-A86B-79891BB480CB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374ED3C-C1B1-28BE-CF51-F41064556B75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AD8607-3914-6D64-D251-8E3AB672E6A0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D015239-0C9C-0EF6-5AC9-0696A74E8BCB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4C0B375-0186-E512-27A6-C8122A7DADBD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0A39449-FC34-4675-9535-DB4B75C8745E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E6E8F5-31B2-FD70-019E-65E597082B7C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87D7B82-10BC-FBE1-52E5-2C18A5010D9B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49AAD6D-7BC9-3BA0-B765-D461D8C05EC1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BDC971B-7DE8-902D-D19B-54FA1617A916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3179DA2-92FE-69E9-865B-391BC2BBE83D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641C9EA-6691-88DE-DC69-472B49FFF854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884AF9F-D3D9-BF7A-603C-23CDFF1EC5F4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BC3A9E2-4BAD-9516-F273-6787D94CAA20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B8DD426-5885-EE15-A018-3264C4B32E08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F9A11F3-AF12-625B-8C9D-B72636FDB51B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0F7A819-ADAD-8C2B-62BB-5C2252DCE3B0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9CE1D00-03B4-5BB5-46CC-79CE3E39B63B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A69F4B4-A80D-E65C-BF20-DF11243912E0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2455EC7-9BAF-AC94-BBB5-6D782B5086AE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FA149B-4C32-9A64-8443-2E3B71BE2A7E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CBE7536-12E8-91E6-6D1E-6CA169BFCC02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77305EB-0AF9-7C02-9069-8B781CFF45C5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A2771F-D9CD-2225-BD31-FFB0C7EE2053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6635738-BBFF-4DDE-2F56-CCF21CB36C4B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1CA5435-1FB4-2D47-153D-DC8A0BBC90AB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A69DF96-0457-701F-300F-A36957B1BF92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F28C31E-9A59-49C4-E36C-DFE499DE7B1B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B8D30196-5F43-EF9C-E1E1-8F0756A4C9CC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F831EAB0-7441-F6A5-8FA0-556C2CBB568C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E35A0995-76C7-90BE-8061-8A043D55E7D1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642D8327-E526-C97A-AE51-D455F7512B20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DF69B8A9-4D5C-BD18-75B6-459A33559688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A87F8673-ED27-8E73-66E0-AAFB5D644352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3650EA2-91F6-ED13-6264-BB3FA648B27C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734759AE-C117-3523-5162-6A0869CCD5F4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099A6466-ADDC-5652-0C43-31EE04BE9F73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CC21837-C2E9-8971-B746-5A56963AE5E4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F4EB366F-4563-59AA-01A6-8321D49DE3CB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AF1D0E6-29C1-A83E-EE52-422AEBC018C2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C250C19-1B70-3A13-9FF2-BF1605E03AF6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27B165F-D655-4BA4-FFE8-0C0E50E77D97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88E43BF-E612-C8CF-71C2-BD78CED6BB98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6BBB02C-1B52-270A-859D-C1EACA59FE5E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6986CED1-DF19-0BE4-38B1-2CAED80B88DD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6CCF337-D242-D60E-654D-4736585DB009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0310159-B7AE-304C-B588-A3CAEAE2E27E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2198A78-0E5A-B358-70D2-0B4D9766ACAB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2198A78-0E5A-B358-70D2-0B4D9766A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A955753-B226-EFD9-1478-04EC0064FA2F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A955753-B226-EFD9-1478-04EC0064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2152A3-ECEE-488A-52D6-3C37C2449E74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2152A3-ECEE-488A-52D6-3C37C2449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8440D45-3BEE-D3B3-703D-42D3BC8CFE35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8440D45-3BEE-D3B3-703D-42D3BC8CF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31EE159E-58EA-FECD-6D23-4DCEF9A1E104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326CDE-9A04-30D6-951A-B1B6EC59C5DA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8546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77B9-1FE0-B289-982E-59D20CBC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A34B5A84-BA3E-7D02-3399-3697F7A22758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6B51F8F-8543-9748-8B7C-244E1B99129F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030DCCB-27DB-742E-4E02-FD9A171092D7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C9C088E-E2AC-0ED0-92B0-F76EE6E6179C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5A4EA75-2662-630F-6405-19CB4BB52790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BC2FC0D-6F07-B727-63EC-C8F60248D8AD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A10F5A-169D-A858-205B-7BF934A7EBE7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4326B52-BB15-A2F1-7E25-8976FEA63FC0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26CF1AA-7B8C-83F2-C1E2-02AA29242375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D1F3040-CADE-C67B-D4A6-C574C7A356F3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DDF2793-C561-CF07-47B7-D727A8F6F9C7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306BD34-20AC-496E-EA82-B562A3275548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84945BC-8264-9F83-AB3B-AF5DE79F9DE5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8F4C2F7-748B-9F3E-0BAE-70A57F70FD92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6D27152A-03A8-D4BD-CA4B-D2EB150FD490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9155F65-C58D-6929-FDFD-9F8EF074C7D8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FB516FE-BD20-7DD8-D155-E7E40D69CAAF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E1E71A7-6B12-976F-4C68-9D7479323774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0E42BDF-D7F6-0CF0-CCE1-22BD8FD92F93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12D7AD9-EE23-58EC-D7FB-20D4DD4AD255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3EA83D2-85DC-D130-6795-35E59FA56717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E6D778F-4F17-2100-271E-1E92ACD9CC5E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CB76ACE-9905-62DE-3868-1D5C4358CD9E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96F7F3D-0FB3-A43E-E7EC-BD1FED3CBA1F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854AAC0-78C3-B89E-5298-9776534396D1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EF08DAE-C08E-55F5-92E2-B506E8E4C67E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2AC0D62-2C82-02C7-77ED-FC82684AAE46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214D505-5068-0F81-52C0-357C418F4A2F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AB30A44-3A25-EF92-30E9-7FE4A1DCE2B3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36074688-7420-9069-8290-46AF638779E8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1088DBC3-6604-6963-B311-BC6CBE46FB52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F61E1784-6D1E-D5AD-5A92-A2E8E293DA5E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DDBD896E-E43D-9316-2640-FA5BF9DBB6C9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897AD2C7-1D67-3FF8-4984-12AAD3473037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141706C0-3485-B65D-13A6-C62A8C226B9E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BA572C2E-BC6A-F7EE-6303-3CC5DD7D55C0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531626E7-D8C3-733C-EFBB-02C862F4B2AA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211C0299-6537-FD5C-7F86-6553AFC1BB46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77E39D81-4B81-4479-6FFD-F212F9098CCD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57F6B0CB-1660-C362-AF5A-5BD0DAE9DFA1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B77D64F-3FEA-A6F3-B326-EF9BDB684B73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C4BBCCF-D8EB-34AC-756C-5DF37F024F8B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0A1F4E-B63B-2C40-13E0-55F3A6CD32B8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6C86F4D-D9B0-8BA2-CD4C-EF0F9D3CB3C5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F255693-9FC9-6276-6258-D92F81BF3890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137DDC5-F4FA-A1C3-3D98-A287C1E1132A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7330617-DBA2-3777-8140-C5CEA625784A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CA09961-50EE-2F6A-33C1-3631D2D07FD4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27E5B8C-81AA-D20E-EA92-FBD41821BAE4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27E5B8C-81AA-D20E-EA92-FBD41821B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4786744-313D-EF4A-288A-D7923DA1246B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4786744-313D-EF4A-288A-D7923DA12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2FABDF5-EBD2-2C60-7E06-04B267E125C3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2FABDF5-EBD2-2C60-7E06-04B267E1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07FC826-12C1-EBE1-D6FD-F8C59BAC1453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07FC826-12C1-EBE1-D6FD-F8C59BAC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6FF986DC-969E-4621-6085-1C1E34D15C63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816D8B-3484-70B7-7B32-8B2532BD5B5C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46097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87DA-E75B-67B7-676F-7C473389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0EF3D2BE-30D2-8792-F373-4959D7727792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D433DDC-68C2-1F60-C79A-854C71F2A748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F06CC9-46B5-AC2B-D652-71089CBA7A4E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7FA742B-5080-3851-F907-F4DECC856465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632C367-BC88-030A-8B6E-FD2FFA45633B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2F13F5B-1A72-0686-712B-74E53CEBCC7B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7F1E364-8414-909D-EE8E-9153D4C17619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8F20A19-4AF1-788A-F01F-C20C2E33675D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D303AE-91A2-EF26-25D8-F7AECF2CF5EE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B77F768-1808-CE37-9E74-16144988E564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69AB6B5-57CF-11BB-2ED6-D768015313AE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00C3FAE-D2BD-3C21-AD86-C9A4BEECCB05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DB0C2F6-B1E4-9026-9F6D-383054F426CC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AFC646D-E220-7F5E-FF8D-3EC6FCBBCAD1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8EF195BE-6FFC-ED36-93B4-245ECF98DF68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8CF3C4C-4194-4811-5EB8-0F751D4E3F9E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0AA6A85-A68D-7749-AA58-061D0B8AFA0A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D85409D-0DDD-7598-2CE9-43153ADA0C2A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26ACF2E-FFBD-DF6C-B80E-5074A85A6EA6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9A405F3-4C49-FF95-1BF5-E42CF8BA20E6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D10E12-6E06-8D0C-6A5B-6761F3D08714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265F068-8AA4-8D06-24B6-F9B83263A57D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C5C6926-F2E7-6C9B-79C7-958828741353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F83E540-A402-3D82-EE96-B5CE698E3EB9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E1DC9F9-F98B-739D-EE90-361CF3A2E17D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E00EABB-045D-72F2-15DC-298E6869B2D2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9F2AA99-F98E-74EE-6ADC-6B62B2D24AD2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CE71626-6A67-487A-EC6C-B116CA60462F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E8120A9-9C1F-292B-1499-C9D24F7030EA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09AB6712-9B54-BB50-C472-7F431962110F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4E6E1CCE-4F0C-A21F-D834-A6935F12A282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A0C36ABA-FEBD-0EA0-2D86-08DB150D42BC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5D5CF21-A670-EAFD-F54F-C59AADE2B6C2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C063391-E8D5-04B3-D629-C36510DA2E4E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43FE2869-02C5-1859-7225-8E6DC7F93122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254390C1-92C2-21BF-EAC8-776888F15092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11B8FDF6-0A95-B790-5761-BC7F18851ABC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CFAD98DD-CD7B-207C-109B-2040CD4CB65A}"/>
              </a:ext>
            </a:extLst>
          </p:cNvPr>
          <p:cNvSpPr/>
          <p:nvPr/>
        </p:nvSpPr>
        <p:spPr>
          <a:xfrm>
            <a:off x="9435095" y="5522273"/>
            <a:ext cx="1390344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返回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537C3DED-4A62-653D-9B6E-855F5B01BAA3}"/>
              </a:ext>
            </a:extLst>
          </p:cNvPr>
          <p:cNvSpPr/>
          <p:nvPr/>
        </p:nvSpPr>
        <p:spPr>
          <a:xfrm>
            <a:off x="7828438" y="5488360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345FAA1C-C497-5B7E-F866-ACA50A968D36}"/>
              </a:ext>
            </a:extLst>
          </p:cNvPr>
          <p:cNvSpPr/>
          <p:nvPr/>
        </p:nvSpPr>
        <p:spPr>
          <a:xfrm>
            <a:off x="6418800" y="5488360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6E74DF-DD5F-2239-ECE1-D291F93949C5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637B690-EBFE-008C-4607-26B6483C77AA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8FA2CB5-F6ED-8B78-C98C-86BFD960AD22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CBEDBF3-2204-54CF-52AE-6C6555E67AC6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3E39AD4-4D2B-E596-C39B-F1EC7AD33950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C743028-88A5-5ED0-BB7A-9AE08A9640F1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1CE54D6-9957-2F61-A083-B8F2E0BE9986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88AA3D9-CF90-CB0E-B18D-5CA14484ACB0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29101C6-03ED-DD5F-6797-B18A5C13B45A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29101C6-03ED-DD5F-6797-B18A5C13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69D4B88-0BA1-E5C6-29CB-70F1C400F1E4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69D4B88-0BA1-E5C6-29CB-70F1C400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405F5DB-8E0E-4EA2-8C28-C5A7EEB94003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405F5DB-8E0E-4EA2-8C28-C5A7EEB94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D8B30AE-7FC0-FAD4-0C0D-7071D6652EDD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D8B30AE-7FC0-FAD4-0C0D-7071D665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B2FA551C-FAD5-0092-C13C-8191E036DDA4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AA0AD59-36DC-B89E-6C24-F0E98ADF114D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99728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E9D4-D896-8248-3EDB-E1A46AE3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DEF2A595-2A08-52AC-D0B9-338729C5D418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72F68D0-5489-4A88-09FA-099D1D3F25B7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AD3E0FE-2B00-C6FE-E59F-EB7535EF14E2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B28807A-62DC-7074-EF73-3C28A41448F5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93B072D-7ACF-6E3A-651F-431CDCDAB2E9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944CBFB-041A-757F-14EB-D20312145703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DE2B7D6-9A8B-1CD3-03DC-76E39C5FD722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28CAD4C-9526-EA14-8D93-33F96A061989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EFCD787-FF5E-E8BF-0EBA-B96EB1D6E6B8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4E317E0-81CC-D1BC-34F8-45BB026117D0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D910605-BB3B-FAB7-4DB5-6AD27A03645B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4F0EB3B5-8522-653A-DDD4-90B50AE8969F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CBBD33D-E1AD-1325-A30C-B8E68EE6C1C2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9DE8CB5-C32F-9234-095D-02609AA30A3F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707168F-C154-3680-218E-EC5B016819AC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251DE45-F2C0-44BF-DA86-BBCA594C4304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27CF35F-3E72-932C-C11E-2679D6756401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4029978-2430-F016-ED66-26EF236795B6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48BC2C8-7831-E411-37AE-FECCD800EC10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9EFD1E7-550A-FFB6-D336-D4592D08650F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998498C-99FE-36AE-044C-7A2970777B27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DA05C3D-30B0-A975-47FD-A19F34708225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17A8C68-7CC8-75A6-90A3-0563D907885C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66EE9D9-AB85-0858-FFA7-28C30411C0BD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F014C24-1391-721F-ACCA-76164174968F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D94DFB1-7BC7-EE3B-1705-91F38FB92484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B940992-07F9-52D8-043D-C2DC1D370C08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263A6B0-3EDF-6D8A-6334-9DFE9F96E2D9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3BCF35-3194-1D2F-8C31-B8EEA6836AA9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D1F9B6CC-B038-26EA-4BE7-849724847BF7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7225A4BA-818F-0AD6-42AF-2D9C5833D38C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00A794EB-A7BC-EE15-7196-9A9A90934E37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C39A3CF-1921-4D29-993A-1DF617382838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1CBB415A-CA0D-1B64-19B2-8D1B53069924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4D4846B-978E-1A98-D7BD-CC77FF8B9855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16E51A13-516F-DACE-F15B-5945A59723F5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2C8DE36B-B44C-C8B0-597D-B157B11DD34D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sp>
        <p:nvSpPr>
          <p:cNvPr id="64" name="箭头: 右 63">
            <a:extLst>
              <a:ext uri="{FF2B5EF4-FFF2-40B4-BE49-F238E27FC236}">
                <a16:creationId xmlns:a16="http://schemas.microsoft.com/office/drawing/2014/main" id="{36A9FA21-4F0A-4328-1029-6A8C16D5BF9C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66" name="箭头: 左 65">
            <a:extLst>
              <a:ext uri="{FF2B5EF4-FFF2-40B4-BE49-F238E27FC236}">
                <a16:creationId xmlns:a16="http://schemas.microsoft.com/office/drawing/2014/main" id="{DA142DDD-DF0F-C478-AB97-2D7BA881F8D2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EF6183-8117-995A-C953-B000F6986F3B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AFA225B-78FB-8A9B-CB69-BAB2675C7199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89C196D-9909-34CF-E277-894B097FB7B6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AA36DD2-1920-5FC8-2377-9ABF292A2F4B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2DE4D94-D186-F25C-0600-D3BE20A778CF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A9EC4A7-7A3E-6369-FCD1-4E147F86B7FD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47BCFB9-F873-F6D6-9D9D-BDF849902BD0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94D19D4-9C02-7BC4-DBC1-9C9D3F6CFCB2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0150586-4D8E-898B-55A0-6DA70D08E1A2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853559E-8396-71C1-08BB-E466F1C3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A957045-B1A7-8892-4602-377756BC040D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6D4BDE3-308B-765B-1F8E-DA21DB49C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F3C0AEF-8CD2-774C-DD4B-E992D996BCEF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85B4CAA-6FA4-5D1D-A7B6-481C5AC6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27618E3-D325-512F-D828-432B25AD663F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376B870-B461-1A41-D053-9667426D7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86F72E19-D8A5-813F-8750-91A3E48A3A04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082F70B-FF8D-796A-235B-1C5F0908B113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46445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966D-CA28-B9E2-3239-17E6BE5B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1A738D5F-BAB4-4D74-023B-142F1521126C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1DC9B9-305C-171C-9B68-E691780A13AB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9C6DA3B-F430-3AD2-C046-5E318D3919AC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495031E-D873-7BA7-F822-6E9BF48DD7DA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660413C-D3A0-DA53-38CD-918093A1603E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C861430-F7F7-6BC2-062A-99CE1A82EA74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A109403-147D-730A-6069-02DE7E9316D9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9165A88-9199-D79F-257B-95DC9F2A9ACD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43EE05-C3A1-3CA5-A8D5-8F76E60A1575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60EE2E3-657D-3548-9EA1-E09804FA4FFD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627F841-2153-30DB-A03C-76AE7091CBC7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D2D133C-13A5-2BFD-D361-0DD340E1BFEC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4C3E14-7D6A-ECC0-A5E3-1B969C7CD1D0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D27D91C-A708-9CAA-A5F2-C65F0324E514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C407674-4891-1506-6C47-A04E79E8B274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56F607E-3474-7590-97D0-35620C8910D9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3205E07-4E17-BB94-7F44-0BA2DD86C69A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4833BEC-3075-600B-1AF9-B478E572A173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165D611-A4BB-5E6D-552D-17CE55766359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CF475B3-9F3B-7DF0-4346-E92E85F73C94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952157B-317F-74CE-6292-5AA93E5129F2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63353C9-A4CA-F874-77A9-05EC832931A6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BB14161-71D5-8BC5-838B-12BA38702D12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98EDDDE-02B3-5DC4-AB6D-1639D6D5C786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82A247F-C125-463B-D183-0C3B9F9BE7AC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1B6A415-0051-7CD4-121D-EA401D4D9027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3B55198-2053-3F4D-B2C3-FB7F219D86A9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6737F90-6D26-27D1-FE87-72B71331FFDA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9A7133D-96A8-BB76-DA95-AD0835C51A33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3B4FF0AB-266E-9E55-CC17-EF160AB23D28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105D5A64-D763-DBC2-73F5-F6350B31F3E9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E04E3B3-741B-841B-DDF5-59E58DF91A35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BDE7C8A-6CC3-D85E-30CE-8F047A101EA3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C5584CF5-AF2A-9476-83D6-7CD5C824046A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308D5A87-9D25-E3FF-FCFB-BA46074E589A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492EDE66-3DD5-F449-D71A-D912CBDBA2B1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327100F2-AB20-7335-B66B-1884B269E3D1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246FF13-2670-4B90-45A8-CA8364B61237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8DDAE5C-BA73-4BD7-6669-5D6DE3506311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D91EA66-723F-505E-8A12-641160A5DBB2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069E405-16E4-B601-F1BC-4229DAAE5E4C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2FBBCA2-9A4F-BD8E-0CAF-BCD5211F953F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5C7C1DA-F674-8F9A-136D-392AD790307B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CB1ED56-C586-7250-5BAF-F2171322A487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103D3A6-ADE3-3A21-565B-63B660286964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878E55C-E1CF-E594-CCA5-2CCBC5554E53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5BEF522-FE5F-0A0D-5C5E-6DF15F3D4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64EC165-DFA0-649D-9EC7-EFB235FEAB6E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BF636A4-F550-8641-C801-30092A189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27B5737-8B1E-60B8-67AF-9880E1C2287E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41FC145-2B47-DFF1-BAA9-589955EE4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FD038F7-80AE-35A0-0E98-C39BBC42FECA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2441DFA-E573-4519-D440-716045D97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F0716784-A23A-1C3D-9EC1-70E2FBC85B4B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EBD9D0B-032C-F331-897F-AE90888A1A5E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BECC4437-9A82-5CE7-9DF3-9141C5D061A5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3043F7B0-9B80-6118-2F62-5265786B01FA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5748141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78557-3683-E770-D325-1452F22E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AAD473FF-27AC-580F-026C-DE6B644A4419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489770A-A9D0-05B7-1D90-8D63776F86A8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72B125D-8EC9-F8FC-5320-B78B80ABE2A5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4F7486-5D3C-CAD3-B171-259AD4B18643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092111C-871C-10CD-77C3-7F08DE19A5AC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16659EB-930C-29FD-18CC-79253D33221A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A85B6E7-2FAA-8B07-D057-90C53D542794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6AE4910-57C4-C244-4726-0F441F16AB87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4F19A2F-6ED5-89F0-6ADD-C2E4C5E6C002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F8E742E-5D9A-F70B-9C8D-9B2ED52F06E8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340B815-7381-3303-A498-EEB407E47099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65A34E2-FC1E-ADD0-2317-30CEC4558C1D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E39014C-F70D-A98A-F114-0C3DE559026C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CCB3B00-18F9-5A71-52CD-5AD402385822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4C31D50-721E-8BD2-017A-6036C9D7712F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81EFCC6-EE20-99AE-0ED5-A8F4D98941B5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64A6C92-4AE3-58B5-7EC6-B888B1AEE9F2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1FFD2FC-81B6-179E-AB0A-4FC6554457F8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ED8C925-93FB-99C9-64CE-E155004E1900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FD9C301-B972-375E-F9FC-B10B339BAA8B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89341FB-75B3-CE97-4AF7-B34557A63AD9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6DDC988-960F-9577-A99E-E1AEE0C84901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8788267-8247-2F98-44A6-B556AE799861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9BBEF62-C23E-CDF3-45E8-834863B4365F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C6F083B-05C9-F855-DEC3-7DDE2D333FB5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7513731-904D-E0BA-77DE-506E90494B95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77DF150-601F-C533-E4CF-F497020184FC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B36BB31-BB1B-ED87-9033-9FAAB9D6937A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7B1D1DE-D2E9-9F88-7142-C20D60854BDA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FA8B7B6F-77AA-D181-DCB9-A8FA1D337989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9C56B1E0-F135-9F98-D4D8-24F93E60B373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230D08A4-F231-A5CE-F75C-17FB9F4540F1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DBC8B109-D2EA-8B96-32E2-FD97447B8CF7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C0B08793-C4D7-E6A6-CA8D-827642AD86CB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EA0217F-A292-8EFA-A250-8F12EF65D811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947ED6EF-856E-77E7-EA95-DC51E5145823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974E7A07-F887-FFC8-0B2E-46E412648460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E085FF6-A10F-F51E-229D-9C8DD864CA5E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EF228F-AB7A-AFF5-0189-D4358F541F77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C2EA4B-A2CF-E7C3-5FBB-F70474A929B9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5271C92-639E-7674-5973-80AEBA6E86D9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EB4560A-BFB9-8F32-C2CB-9831ED84DE43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EC8C225-EE96-CE2A-711C-33BACFEE1DC2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7580D24-DB57-B07B-19CF-1C0EF710DCBA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4A5A3FD-26F2-028B-9DA6-9678A5852CA1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7ABB0F2-929F-C148-CBA8-59F46F72D453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6D0235A-24CE-787C-19B9-B2290542D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BF0DFF7-39D1-68F3-A61E-6C8533D7A537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B47BC7-4966-91CE-8546-4077876E9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5F6B4BB-FFC1-DED9-D1A5-84639DF0F13C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18FBC6D-8A12-4A0C-95CF-DD4FB8F5E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23B2CFB-A50F-4896-0334-731E85492533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7F7E403-9EB9-F521-9E69-4D1A32D15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CC2B8C21-D015-A25A-2202-DB850D999FDD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C505AF-C7AE-3DC7-976B-A3F8A57BBE71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67A5528F-87B6-682B-5EDB-799F84D6B162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EA214631-B7A6-5ABC-1435-C8C7B2209BA9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1151712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AC612-F39E-676B-3BE2-FC879703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E294DC28-73D9-CACD-8DFB-480F1B4D7D2A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3615724-C911-2C41-D7B5-931383A55FFD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9C7B70B-A2F4-3A33-BBA0-9E4DE42EBF9A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0365D1-5388-A00D-EEBB-67AF28DECF49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A3A4616-44EE-47CE-A5C2-28D07A56B3DB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25E5C33-8B88-C456-42C7-7AD16FC7894C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61829EE-6BD2-ED3A-6E28-FB520322282C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6988B8-89BC-1AC3-2966-99F3A12154F6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FB3E7FB-9505-7BAC-69D2-F51B1715D5D1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FE0E12A-2E16-795B-9E5C-4E71FD428B3C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D085886-9D2B-44B5-107E-FA1CCEB555ED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D59F167-3C2E-217B-41FA-EBBB3CCE6BBC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C4F0511-6E4D-46E3-F7AF-461B5FD0869D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37922F7-4298-B8A3-9F50-6574C6933D69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4DB89D20-C915-25C7-78A0-F31B284AB174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9C9560A-E47C-E61B-D099-B56F4C02049C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D87739B-0280-160F-A3EB-50A715B7C07F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A77C5AA-CE9A-A968-4710-5B7B38D59536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BF611EA-3F3E-67C6-A478-3C26F9DB2FEF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8A06C06-ED7D-EEB7-4219-7311FD5946D6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73421E9-317F-D525-AC90-54BF5DC4FA26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3A85761-23C1-E301-7780-2710490CFF6E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E650211-9030-7959-7CE6-5CFC2CE3AD38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6EBAD41-46A6-80E8-78B5-F50A239FF906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59AD295-DBB0-B498-F332-B39CCCD94BC2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1E7360F-DA47-BFF6-3A24-F47500C858B2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08B76D9-8BB1-9FB8-101D-4D5810823E6E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469DBFC-40E8-A81D-998E-CF787B6A1B08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7C41E17-450F-A24E-B4EB-06F022DDAE57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43EE7556-0E08-63A9-D2FF-46C506A36711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84508A03-73C7-B91F-8308-776298C9217F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6863C999-32A0-6462-A1FB-406DF3466224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D4DCEFCD-9A92-36FF-5D8C-DDB6B1768DCA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F5C6146-3424-F7A4-1AD9-8B7B2351E060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87403E92-A85C-BC98-D447-FC4679F7E78F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29A5437-1FFF-E55D-F154-0E3849DEFA66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7E2F8AD3-7136-81FB-0A35-06FF323101EF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8BE12F4-3C2C-2418-D9CD-DB20D5169803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920A80-FF5B-DDEC-9AD6-A9EA12020061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14C023-1A30-9EFE-93FC-9CD3F7C85726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1F588DB-051E-53DB-3669-D2E6E63BF54E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B7E5810-67BA-E1DB-706C-79D0A7B0D4CD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EAF453B-760A-A003-F60E-7D366741436C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9D07023-F072-DC44-434F-7D6F20C9CBB4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FFE60CE-339D-CE7C-C897-D1D588958995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C744C5F2-9652-6F42-9C37-5BE5A3DA2360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A8DA39D-B600-A3F7-6432-458AD9466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3C47D126-3351-97B7-E400-0F270E086874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77965AF-36FD-3027-7E14-8619CDB7A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5E301A4-4584-3DD8-94C8-83A9B40E0FB8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F4D2235-BD4A-BFF5-8B71-16377CD4C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9783DAD-0EEB-D12F-2EBE-6561E0173C33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8ACDF4C-F89B-B45A-34EF-0F4C65A93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773BD45B-2288-ADE5-EC40-FBE0B2286C78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20B443-E90B-9FB0-1A0D-89FFC073FEB1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77B9E656-5F53-A161-8966-ACE0A7BF381D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B4DC0D60-4333-4EB8-AC46-EC3B03FF6229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200662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3A62-67B6-B769-E722-7C7D6B56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1D35C9FC-5FEE-A96C-2673-8E01390C0DA1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4DE14C9-F552-FD06-F737-B466FB9C2211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2C982B6-4916-D4D1-DE1D-140FBB0CB3F4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4852666-09A8-9CBE-BF2B-B23CF30D8A2F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7FBAD63-2812-1EB7-9BA5-AB50B0324814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338571-2C9D-6933-A209-47B236E8FABF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BC93DF8-04EA-4706-5B52-FFA36516D1EB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722E811-94E5-BD92-C474-0E2E48C1CBF8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BFC7D4F-17D5-5868-0F3E-8DDE62719BE6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4CFAA62-930E-4321-73C2-EBF37A8F3910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D738DEFD-7B05-E38F-3FCA-E851905EF6B2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0C91893-E4E5-9AE3-98AE-B361B2F11932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C209586-05DD-6747-18A1-8D112929C624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F0D7C4A-6956-5FBE-604C-73D52C85F28C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7AD530C-15B4-BA59-F7A8-5D57A7EC7D67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CD89D30-C37F-4B5A-F6F3-C1C2DBE8267C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A3B9A62-EB89-2162-BBF2-39CAF6991633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A88027C-3811-DFFF-407F-A95FDA3E5325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ABAB5A6-86A8-E8D3-2B77-2DF5290E84E1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2C6224F-773F-9D69-25AD-A681BDDCEE3A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750CE0B-C618-EFB1-E211-4BEC70F68B9D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EB22836-B138-28C4-E47F-D385D75365A4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2EDD7DE-4851-8519-8E84-BAD73FA2F95D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2720D74-D833-0274-7F58-F5D2468205FA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954F286-2987-4193-A1EE-6EB470702E3B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F1B17C4C-D30C-3F4B-98F1-576FBE377471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39C006D-5AD2-453A-74DE-EBC0BADD2585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76B3F09-C492-07C7-DCE8-E52E846BD8FA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15827D-9DDB-66B8-B0DD-09FAEE21DFA7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4C6463FB-3167-5EFE-3FE9-BB10DDA4096D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71EE50AA-017C-E9D0-9D8B-697AC712C6A6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9D4135E0-3BD7-16D5-0828-7744CB4E1F77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8CFAE289-FDB1-44C7-96D5-44BA0FB9346A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46A6E007-652B-09B7-F72B-FADFA4585F0F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B4786783-EAC2-FB44-FEB1-65CC8A83DE3A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9C76C39-CBFC-4C8F-6075-D411EA49ECF4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FADF3DB8-4BB7-FF9D-A391-994344869416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7EB1523-7874-9191-9571-41A808BAFE78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BDD233B-D000-3212-E806-A48F0EE33D3E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AEC2EDF-2001-51A4-1616-27F9585A3CDF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9F7F238-1BC0-54C0-F374-AEF81E9E9BBF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D9AA75A-756F-11ED-D80E-EE546AFFFF28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C304F88-9D81-0FC4-6734-DBA5788D7AF2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91A04B2-6C8A-F3F3-4D4F-6718FCF07F1D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E2B112F-BA30-F28D-20A9-E3895ADAC277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C955F8E-05C0-5385-AF76-0C2691F55E76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6444EBD-161F-A267-655D-B32D5FEE4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364A290-87F4-1B42-6716-31CBB0B4F63A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904FFBAB-1457-5517-5B6E-1CD842BB2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7DFB9D96-D73E-94B0-2C1C-C129DF60A281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C08F860-5C0C-EBEC-9720-D7F1309E6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F39018BE-3371-586C-5A10-C35D6A99D807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FDD0AA0-BF4D-E488-FA35-274BF064A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3E246F8C-AF5F-27DE-81CA-5FE380C0BC06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AACEB71-34A1-D9A4-ECEE-68A19A6D1FA5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8571007B-6BC8-E92F-54B0-A2D192E76E31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17D28D0C-8927-AB4E-650D-1ACA6817CEB3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1935177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894D8-D090-B552-3193-62B1BABD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A5C387C8-C84A-FC2F-BEC3-5C56280668E4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D4C27CB-E547-0444-757A-33A0DCE3B7F2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2F3510-62C6-1BBC-4A17-EEDCAE655F8E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D6E6967-B339-D5FC-C73F-9758E74C8353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B5786F1-60DA-8259-EC34-25E83E671152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D4A4047-75AE-E48B-9630-3A0BF622698E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B4C4518-7BC8-444A-9E82-5BE7E0164820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720AC81-0DD0-3E28-F1F9-635CF2FE771C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2752200-2454-AB91-4FB8-8EBF2CB0E910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69E8C3-DBBD-D812-B40B-33A8730B7909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5DE600C-151E-0F5B-BF75-6D39DA9F19D8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680E983-CC76-5914-6C71-E79D12EF176F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9C92247-298B-0276-7351-314E1403FD13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71BC016-BC52-A29F-0B62-0586DB501D36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E1E2002-7374-AF73-52DB-9B3BB122B356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44DC701-4C1E-32CF-9743-BC09A9487376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3EC27DF-931C-A930-290F-0E9A501FFFDD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4514E9B-CEAF-5B14-F91B-3E433AE1ABB9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7E03B27-E175-80EE-2D15-0FDEFE4929DF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838849F-BB14-CC78-90EE-B4F0ABA04978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C8E8FF1-C216-B3EF-9129-26BB661D2B0C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70614EB-E820-1A26-F3B9-6627AD31B8BA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B9DF912-621C-A73A-3501-A5B8CE2CF30A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C6174C4-7FC2-1B0F-C0FB-EB92999227B5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76A2EA5-86D8-71E2-C214-BFCD959D3643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5417A61-E3F1-4CDF-4D8A-0E2E6BEE38C3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2CA71D5-3057-68D2-0441-737A6356CDB2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285D566-0B4B-C074-D495-1049ED18D8C5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4746D0B-EC79-C53A-903C-542DD0037FC6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C1DD509A-5E43-45A1-3D8F-911CCD84FE9D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196A64AF-564D-BBC4-3D0D-44258556A3F0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ED4515B3-6AA8-DB16-B510-FBC63443CE42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F0004B19-A26F-EA1E-8378-D15F5368E38C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7E839FF-17F0-BCA9-BEA2-9CD3FA531159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72C1C54-949F-223F-52A8-843DE53F0FE9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C359E369-AA7E-A1A1-B759-FD91295291B8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EFE2EA17-CB2D-DEBD-D3B8-B6E089FBFC04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10F1C6-676C-DA14-C35A-3E419BBAEC52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8EA62FD-8F3E-9220-EF82-29A5E99203C2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5240452-4045-44A4-C538-919B87C2B41A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73C40A9-53DF-4657-F8AB-A9A6A37AD1A9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B03136D-6C84-98DC-5485-95AC372F7DCD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4D9C5E2-D2B8-EB83-B678-0ADDFBEFD4EB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944E348-DD99-9775-B4B3-7A21CB58C77F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142719F-BE55-E1C3-0EE1-6FFA2237876B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9EE5AF2-6965-6388-1492-D6203E1F4AE7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2198A78-0E5A-B358-70D2-0B4D9766A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B137504-29A9-4544-EF59-6329FB7FBBAB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A955753-B226-EFD9-1478-04EC0064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CF4BA4C9-EF67-8A91-0787-ECF95E651EC6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2152A3-ECEE-488A-52D6-3C37C2449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B8ADAFA-6828-9AA6-9A48-5BB46540AE67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8440D45-3BEE-D3B3-703D-42D3BC8CF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7014B995-947C-E0E9-092D-FFF5576C4FED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98E2AE1-7187-7B1A-85CD-A2A40A46730B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941FD499-DBF0-6776-DD78-DC7E95548185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FB0C4FB7-6882-BCC3-F48A-DF5E48626AF4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1671497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735C-266F-2465-C1EF-47839DF7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945D5BC5-22CE-2282-FB29-E467551F1359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1E94FF-CF7E-2FAB-F106-EAE234089289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AD4D44E-4446-1312-3395-8549EF633760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10CBC22-1417-E319-5014-35BCF9F98768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ECDDF73-80FD-B41B-DADE-4EF903970DD5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BFB9E4-2729-B874-F2A9-338051B5548D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7B1F45F-B987-5DFA-67E3-8527260393F3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60A86DB-8254-57E0-07FE-1763DAFF0653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1391A40-857D-AEE4-F4AF-C70D72FEC113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F4F8C17-6213-43E9-42B9-725D2C93E297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F29F34B-F346-E4BD-F3F6-B6EF69D40E3E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430F260-F49E-877B-37DD-7D2D3F8A63E1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B9C3FD1-B494-5497-4894-4C99C23406A8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6E69480-004C-73FF-1BBC-8114CE57FE24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2A0D9CC-5C8D-1C6C-F608-08AA5D8A5941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D8C1A1F-4D7A-5C9F-380D-84E6AD156FD6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8DAD0B8-0F4F-B240-D0E0-661A36E56976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EAE1FAD-8331-2D30-B83B-397B24362B31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7235951-3EAD-DD2B-A174-BECE4CD383A6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AFD6C7D-7907-BA2D-8CD6-D1BB302A6809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1692DC7-BE57-478D-46A1-1C703A28769C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4FD5605-4444-D35F-AA26-630EE091190E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55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032F8D1-9800-152C-4573-A343B2FD9FD9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56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C4E828B-3177-4935-08D0-8C71F989D848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0DAA92F-C6A1-01AD-F654-BD60B6B84B15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F47499E-C81A-F698-79F2-B5E9F354CF5B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6507747-2DD7-F03F-A45C-0B17E1CBC8D5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B7CF997-A515-3432-B1B9-EAE1BBF10BA2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855B5C0-DF24-FCF3-AFC1-CE094F464A5F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B736A0F2-78F2-473A-7718-57B69B6CE41F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245637BC-D9E5-D3BA-D463-2726F6470F0C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D409069C-A93E-793C-E8F8-C3AE9C276DCD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6643723D-73C7-6708-DE05-0819AFDB3F3B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501942D0-567A-836C-D4FC-D275B753EEC2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A044821C-D9A2-BF22-954F-BA3A9C620AD4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38D2140C-3A50-9A27-E5D0-7673E251FC49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24D4CDBD-06D4-C7AD-D881-776046834B66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FDCCCF8-6DEC-EE86-05AE-76FE5C4979AE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B64047A-3370-8264-A94D-FEEEA2F784F5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5C2C835-584D-E805-E0FD-CEDB52F01A08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1B68E53-7149-3B3D-88FA-33CCE0BE3B48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7382BE4-3094-70E6-A529-9380D7324495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38F0CBB-D26D-3711-8182-479264B84868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3D5A877-4A74-7F56-ABE8-39D2F27B2550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655C5715-AEC6-2AD9-AF1B-6B71C4B765BD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48AB1BE-4A5B-6487-FD29-E6646956288B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27E5B8C-81AA-D20E-EA92-FBD41821B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4AB4679-2499-26C9-A532-DC8C4995ACE7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4786744-313D-EF4A-288A-D7923DA12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8B8106-7E0A-ECCE-F82C-4F66170D02E6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92FABDF5-EBD2-2C60-7E06-04B267E1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B6E8A4BD-E966-BCA1-B11B-8EA2136FC721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07FC826-12C1-EBE1-D6FD-F8C59BAC1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C51CAB99-8829-4D7C-C916-D805B566DF76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5353BA6-9D8C-754D-0DD3-24CE2214DBE8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AC95B808-3C03-99C0-1BC0-DC53145080F0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66FD4231-FA81-8C5F-74B5-1C1B3F1DA134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1367780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A649-A68E-A130-7870-31617BBB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81F3DEB1-8262-10AC-55E9-1971467AD11E}"/>
              </a:ext>
            </a:extLst>
          </p:cNvPr>
          <p:cNvSpPr/>
          <p:nvPr/>
        </p:nvSpPr>
        <p:spPr>
          <a:xfrm>
            <a:off x="253583" y="7484"/>
            <a:ext cx="11684834" cy="63720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7DE952B-AE39-0B3F-D601-96B883125239}"/>
              </a:ext>
            </a:extLst>
          </p:cNvPr>
          <p:cNvCxnSpPr>
            <a:cxnSpLocks/>
          </p:cNvCxnSpPr>
          <p:nvPr/>
        </p:nvCxnSpPr>
        <p:spPr>
          <a:xfrm>
            <a:off x="1133996" y="1726044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1EDFFA0-DA20-BB3A-1D08-0926B5825CCB}"/>
              </a:ext>
            </a:extLst>
          </p:cNvPr>
          <p:cNvCxnSpPr>
            <a:cxnSpLocks/>
          </p:cNvCxnSpPr>
          <p:nvPr/>
        </p:nvCxnSpPr>
        <p:spPr>
          <a:xfrm>
            <a:off x="1147505" y="2171061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9A4BF0C-BDC4-6495-6EC1-4384A3F148B3}"/>
              </a:ext>
            </a:extLst>
          </p:cNvPr>
          <p:cNvCxnSpPr>
            <a:cxnSpLocks/>
          </p:cNvCxnSpPr>
          <p:nvPr/>
        </p:nvCxnSpPr>
        <p:spPr>
          <a:xfrm>
            <a:off x="1126734" y="3026279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5B340B3-B4DF-68AE-91D8-F0EE78D6BDD6}"/>
              </a:ext>
            </a:extLst>
          </p:cNvPr>
          <p:cNvCxnSpPr>
            <a:cxnSpLocks/>
          </p:cNvCxnSpPr>
          <p:nvPr/>
        </p:nvCxnSpPr>
        <p:spPr>
          <a:xfrm>
            <a:off x="1140241" y="259005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38EAE9D-ED2F-54B5-F180-1FEC0F9DB729}"/>
              </a:ext>
            </a:extLst>
          </p:cNvPr>
          <p:cNvCxnSpPr>
            <a:cxnSpLocks/>
          </p:cNvCxnSpPr>
          <p:nvPr/>
        </p:nvCxnSpPr>
        <p:spPr>
          <a:xfrm>
            <a:off x="1133996" y="345844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9B0912E-C28E-60ED-9EDF-851A9B181195}"/>
              </a:ext>
            </a:extLst>
          </p:cNvPr>
          <p:cNvCxnSpPr>
            <a:cxnSpLocks/>
          </p:cNvCxnSpPr>
          <p:nvPr/>
        </p:nvCxnSpPr>
        <p:spPr>
          <a:xfrm>
            <a:off x="1133996" y="3895265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E81903F-BA3E-0E42-C345-DA7DA66987CD}"/>
              </a:ext>
            </a:extLst>
          </p:cNvPr>
          <p:cNvCxnSpPr>
            <a:cxnSpLocks/>
          </p:cNvCxnSpPr>
          <p:nvPr/>
        </p:nvCxnSpPr>
        <p:spPr>
          <a:xfrm>
            <a:off x="1126734" y="474947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73C35B2-8634-A2FC-00A4-6C475AB71ECD}"/>
              </a:ext>
            </a:extLst>
          </p:cNvPr>
          <p:cNvCxnSpPr>
            <a:cxnSpLocks/>
          </p:cNvCxnSpPr>
          <p:nvPr/>
        </p:nvCxnSpPr>
        <p:spPr>
          <a:xfrm>
            <a:off x="1147505" y="4332618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EFFFDB0-2B03-C835-DD5B-4BDB03E6FB81}"/>
              </a:ext>
            </a:extLst>
          </p:cNvPr>
          <p:cNvCxnSpPr>
            <a:cxnSpLocks/>
          </p:cNvCxnSpPr>
          <p:nvPr/>
        </p:nvCxnSpPr>
        <p:spPr>
          <a:xfrm>
            <a:off x="1129895" y="5218002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A453632-A90A-E0FD-32FF-A601A7325C36}"/>
              </a:ext>
            </a:extLst>
          </p:cNvPr>
          <p:cNvCxnSpPr>
            <a:cxnSpLocks/>
          </p:cNvCxnSpPr>
          <p:nvPr/>
        </p:nvCxnSpPr>
        <p:spPr>
          <a:xfrm flipH="1">
            <a:off x="460080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7213CAA-59D0-11A8-F493-F1F335A0996C}"/>
              </a:ext>
            </a:extLst>
          </p:cNvPr>
          <p:cNvCxnSpPr>
            <a:cxnSpLocks/>
          </p:cNvCxnSpPr>
          <p:nvPr/>
        </p:nvCxnSpPr>
        <p:spPr>
          <a:xfrm flipH="1">
            <a:off x="3700799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FF63D55-6519-A0CB-E103-4FEC28F69449}"/>
              </a:ext>
            </a:extLst>
          </p:cNvPr>
          <p:cNvCxnSpPr>
            <a:cxnSpLocks/>
          </p:cNvCxnSpPr>
          <p:nvPr/>
        </p:nvCxnSpPr>
        <p:spPr>
          <a:xfrm flipH="1">
            <a:off x="1900116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672B340-218D-B5E1-3C8B-87FF7BA77FBB}"/>
              </a:ext>
            </a:extLst>
          </p:cNvPr>
          <p:cNvCxnSpPr>
            <a:cxnSpLocks/>
          </p:cNvCxnSpPr>
          <p:nvPr/>
        </p:nvCxnSpPr>
        <p:spPr>
          <a:xfrm flipH="1">
            <a:off x="2800799" y="1133034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18FE685-738D-DDFC-8F5D-558432202DA3}"/>
              </a:ext>
            </a:extLst>
          </p:cNvPr>
          <p:cNvSpPr txBox="1"/>
          <p:nvPr/>
        </p:nvSpPr>
        <p:spPr>
          <a:xfrm>
            <a:off x="1920003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D61C3D0-BFE4-9877-5CC0-94377F80B405}"/>
              </a:ext>
            </a:extLst>
          </p:cNvPr>
          <p:cNvSpPr txBox="1"/>
          <p:nvPr/>
        </p:nvSpPr>
        <p:spPr>
          <a:xfrm>
            <a:off x="1405702" y="1716921"/>
            <a:ext cx="502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57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183C324-0E89-9B92-1633-D2D22D32B62D}"/>
              </a:ext>
            </a:extLst>
          </p:cNvPr>
          <p:cNvSpPr txBox="1"/>
          <p:nvPr/>
        </p:nvSpPr>
        <p:spPr>
          <a:xfrm>
            <a:off x="1413544" y="2153825"/>
            <a:ext cx="49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58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A348E1A-8145-A105-EC8B-B34F9179A3C6}"/>
              </a:ext>
            </a:extLst>
          </p:cNvPr>
          <p:cNvSpPr txBox="1"/>
          <p:nvPr/>
        </p:nvSpPr>
        <p:spPr>
          <a:xfrm>
            <a:off x="1416134" y="2590052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59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D673AFD-B23C-E4EC-3258-30DF495B5E1C}"/>
              </a:ext>
            </a:extLst>
          </p:cNvPr>
          <p:cNvSpPr txBox="1"/>
          <p:nvPr/>
        </p:nvSpPr>
        <p:spPr>
          <a:xfrm>
            <a:off x="1414553" y="3026279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B37A78C-A0DB-6BAE-8C20-5FCB624E1589}"/>
              </a:ext>
            </a:extLst>
          </p:cNvPr>
          <p:cNvSpPr txBox="1"/>
          <p:nvPr/>
        </p:nvSpPr>
        <p:spPr>
          <a:xfrm>
            <a:off x="1422458" y="3462506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61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385ECE7-4418-6F7B-A3EA-BEDC776C1DFE}"/>
              </a:ext>
            </a:extLst>
          </p:cNvPr>
          <p:cNvSpPr txBox="1"/>
          <p:nvPr/>
        </p:nvSpPr>
        <p:spPr>
          <a:xfrm>
            <a:off x="1420877" y="3898733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62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1120DEE-7271-F8F2-708A-A67AFEC70A80}"/>
              </a:ext>
            </a:extLst>
          </p:cNvPr>
          <p:cNvSpPr txBox="1"/>
          <p:nvPr/>
        </p:nvSpPr>
        <p:spPr>
          <a:xfrm>
            <a:off x="1420877" y="4334960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63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AB2D34C-67A8-9E0F-0E82-0993FAAA7E47}"/>
              </a:ext>
            </a:extLst>
          </p:cNvPr>
          <p:cNvSpPr txBox="1"/>
          <p:nvPr/>
        </p:nvSpPr>
        <p:spPr>
          <a:xfrm>
            <a:off x="1419296" y="4771187"/>
            <a:ext cx="495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64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B7C5896-C222-CCFD-DCDF-5074ED9CA651}"/>
              </a:ext>
            </a:extLst>
          </p:cNvPr>
          <p:cNvSpPr/>
          <p:nvPr/>
        </p:nvSpPr>
        <p:spPr>
          <a:xfrm>
            <a:off x="4488074" y="164614"/>
            <a:ext cx="2385050" cy="64631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控制器编号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43540D1-9533-34A9-AACF-49C39AB7E488}"/>
              </a:ext>
            </a:extLst>
          </p:cNvPr>
          <p:cNvCxnSpPr>
            <a:cxnSpLocks/>
          </p:cNvCxnSpPr>
          <p:nvPr/>
        </p:nvCxnSpPr>
        <p:spPr>
          <a:xfrm flipH="1">
            <a:off x="1119611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C59B285-8E7F-C9A3-2975-CA379738BE3D}"/>
              </a:ext>
            </a:extLst>
          </p:cNvPr>
          <p:cNvCxnSpPr>
            <a:cxnSpLocks/>
          </p:cNvCxnSpPr>
          <p:nvPr/>
        </p:nvCxnSpPr>
        <p:spPr>
          <a:xfrm>
            <a:off x="1140240" y="1128890"/>
            <a:ext cx="9756000" cy="18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5AA0B25-9B0E-8F80-C002-C1DE08ED51CB}"/>
              </a:ext>
            </a:extLst>
          </p:cNvPr>
          <p:cNvSpPr txBox="1"/>
          <p:nvPr/>
        </p:nvSpPr>
        <p:spPr>
          <a:xfrm>
            <a:off x="1131390" y="1231400"/>
            <a:ext cx="788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地址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E72CDB5-FAC0-96DC-3460-4A47F7AB8FE4}"/>
              </a:ext>
            </a:extLst>
          </p:cNvPr>
          <p:cNvSpPr txBox="1"/>
          <p:nvPr/>
        </p:nvSpPr>
        <p:spPr>
          <a:xfrm>
            <a:off x="2823377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风压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73E2713-2291-9C88-AC19-3B61466897D9}"/>
              </a:ext>
            </a:extLst>
          </p:cNvPr>
          <p:cNvSpPr txBox="1"/>
          <p:nvPr/>
        </p:nvSpPr>
        <p:spPr>
          <a:xfrm>
            <a:off x="3726751" y="1130211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余压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(Pa)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ACCF7EA0-03ED-7CBC-E3B4-3C135FBBD946}"/>
              </a:ext>
            </a:extLst>
          </p:cNvPr>
          <p:cNvSpPr/>
          <p:nvPr/>
        </p:nvSpPr>
        <p:spPr>
          <a:xfrm>
            <a:off x="1119611" y="5528519"/>
            <a:ext cx="1599192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传感器状态</a:t>
            </a:r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C87145B5-1F3A-9D40-83B4-9F1C34856378}"/>
              </a:ext>
            </a:extLst>
          </p:cNvPr>
          <p:cNvSpPr/>
          <p:nvPr/>
        </p:nvSpPr>
        <p:spPr>
          <a:xfrm>
            <a:off x="7346319" y="382411"/>
            <a:ext cx="288000" cy="28800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1DC673AA-2318-9458-42BB-64A43E7ABA96}"/>
              </a:ext>
            </a:extLst>
          </p:cNvPr>
          <p:cNvSpPr/>
          <p:nvPr/>
        </p:nvSpPr>
        <p:spPr>
          <a:xfrm>
            <a:off x="8380790" y="388653"/>
            <a:ext cx="288000" cy="28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915D5CF4-65D7-A225-EC79-EBEE4B67CF24}"/>
              </a:ext>
            </a:extLst>
          </p:cNvPr>
          <p:cNvSpPr/>
          <p:nvPr/>
        </p:nvSpPr>
        <p:spPr>
          <a:xfrm>
            <a:off x="9291538" y="388653"/>
            <a:ext cx="288000" cy="28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AB63DB2A-85B4-F32F-6A3F-AAACBC9DFE2E}"/>
              </a:ext>
            </a:extLst>
          </p:cNvPr>
          <p:cNvSpPr txBox="1"/>
          <p:nvPr/>
        </p:nvSpPr>
        <p:spPr>
          <a:xfrm>
            <a:off x="7651806" y="347987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离线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EB37AA5C-5F9D-85C8-CF23-E2842E1F9B47}"/>
              </a:ext>
            </a:extLst>
          </p:cNvPr>
          <p:cNvSpPr txBox="1"/>
          <p:nvPr/>
        </p:nvSpPr>
        <p:spPr>
          <a:xfrm>
            <a:off x="8623038" y="349475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在线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BAC03BD-EB34-F4E8-96FF-42D1B7BACC65}"/>
              </a:ext>
            </a:extLst>
          </p:cNvPr>
          <p:cNvSpPr txBox="1"/>
          <p:nvPr/>
        </p:nvSpPr>
        <p:spPr>
          <a:xfrm>
            <a:off x="9559333" y="355702"/>
            <a:ext cx="819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:</a:t>
            </a:r>
            <a:r>
              <a:rPr lang="zh-CN" altLang="en-US" b="1" dirty="0"/>
              <a:t>报警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5F15EE2D-A440-9E55-E8ED-FF31CE3C70B3}"/>
              </a:ext>
            </a:extLst>
          </p:cNvPr>
          <p:cNvSpPr/>
          <p:nvPr/>
        </p:nvSpPr>
        <p:spPr>
          <a:xfrm>
            <a:off x="1179299" y="287565"/>
            <a:ext cx="1267638" cy="51798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窗状态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43DBD52-63C0-9FFA-688C-676E62AF609D}"/>
              </a:ext>
            </a:extLst>
          </p:cNvPr>
          <p:cNvCxnSpPr>
            <a:cxnSpLocks/>
          </p:cNvCxnSpPr>
          <p:nvPr/>
        </p:nvCxnSpPr>
        <p:spPr>
          <a:xfrm flipH="1">
            <a:off x="73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FCCDF7E-0783-DD41-53CD-6CC3D12B0483}"/>
              </a:ext>
            </a:extLst>
          </p:cNvPr>
          <p:cNvCxnSpPr>
            <a:cxnSpLocks/>
          </p:cNvCxnSpPr>
          <p:nvPr/>
        </p:nvCxnSpPr>
        <p:spPr>
          <a:xfrm flipH="1">
            <a:off x="6400800" y="1146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5A2B67B-D21E-0057-2F83-E1A469E8B374}"/>
              </a:ext>
            </a:extLst>
          </p:cNvPr>
          <p:cNvCxnSpPr>
            <a:cxnSpLocks/>
          </p:cNvCxnSpPr>
          <p:nvPr/>
        </p:nvCxnSpPr>
        <p:spPr>
          <a:xfrm flipH="1">
            <a:off x="5499610" y="1128890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3887BF7-6FE2-A225-0F6D-EB3EAB04D242}"/>
              </a:ext>
            </a:extLst>
          </p:cNvPr>
          <p:cNvCxnSpPr>
            <a:cxnSpLocks/>
          </p:cNvCxnSpPr>
          <p:nvPr/>
        </p:nvCxnSpPr>
        <p:spPr>
          <a:xfrm flipH="1">
            <a:off x="8184156" y="115051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6FA32A0-6E23-9D7D-A5AC-61DC5B71BB0C}"/>
              </a:ext>
            </a:extLst>
          </p:cNvPr>
          <p:cNvCxnSpPr>
            <a:cxnSpLocks/>
          </p:cNvCxnSpPr>
          <p:nvPr/>
        </p:nvCxnSpPr>
        <p:spPr>
          <a:xfrm flipH="1">
            <a:off x="108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5F59649C-E0D3-C9C1-B9FC-BCA1C79C3158}"/>
              </a:ext>
            </a:extLst>
          </p:cNvPr>
          <p:cNvCxnSpPr>
            <a:cxnSpLocks/>
          </p:cNvCxnSpPr>
          <p:nvPr/>
        </p:nvCxnSpPr>
        <p:spPr>
          <a:xfrm flipH="1">
            <a:off x="9985513" y="1141468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AAFBFB9-5EC7-067B-4737-224FE51C981C}"/>
              </a:ext>
            </a:extLst>
          </p:cNvPr>
          <p:cNvCxnSpPr>
            <a:cxnSpLocks/>
          </p:cNvCxnSpPr>
          <p:nvPr/>
        </p:nvCxnSpPr>
        <p:spPr>
          <a:xfrm flipH="1">
            <a:off x="9085513" y="1145612"/>
            <a:ext cx="18000" cy="408600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C55E377-2FF9-36ED-1C54-BC2040B6DB61}"/>
              </a:ext>
            </a:extLst>
          </p:cNvPr>
          <p:cNvSpPr txBox="1"/>
          <p:nvPr/>
        </p:nvSpPr>
        <p:spPr>
          <a:xfrm>
            <a:off x="4631673" y="1132446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CO2</a:t>
            </a: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(ppm)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3B38EF8-553A-07F7-9557-C72580989FEF}"/>
                  </a:ext>
                </a:extLst>
              </p:cNvPr>
              <p:cNvSpPr txBox="1"/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甲醛</a:t>
                </a:r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29101C6-03ED-DD5F-6797-B18A5C13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800" y="1142846"/>
                <a:ext cx="900000" cy="590354"/>
              </a:xfrm>
              <a:prstGeom prst="rect">
                <a:avLst/>
              </a:prstGeom>
              <a:blipFill>
                <a:blip r:embed="rId3"/>
                <a:stretch>
                  <a:fillRect l="-9459" t="-3093" r="-878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13F0014-D7BF-2C9F-DC8C-39DDC7530F0B}"/>
                  </a:ext>
                </a:extLst>
              </p:cNvPr>
              <p:cNvSpPr txBox="1"/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TVOC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69D4B88-0BA1-E5C6-29CB-70F1C400F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124" y="1142317"/>
                <a:ext cx="900000" cy="590354"/>
              </a:xfrm>
              <a:prstGeom prst="rect">
                <a:avLst/>
              </a:prstGeom>
              <a:blipFill>
                <a:blip r:embed="rId4"/>
                <a:stretch>
                  <a:fillRect l="-9524" t="-3093" r="-9524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A4DD97C3-D3B6-77AE-E26B-B9D911E0EFF9}"/>
                  </a:ext>
                </a:extLst>
              </p:cNvPr>
              <p:cNvSpPr txBox="1"/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PM2.5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405F5DB-8E0E-4EA2-8C28-C5A7EEB94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988" y="1162910"/>
                <a:ext cx="900000" cy="836576"/>
              </a:xfrm>
              <a:prstGeom prst="rect">
                <a:avLst/>
              </a:prstGeom>
              <a:blipFill>
                <a:blip r:embed="rId5"/>
                <a:stretch>
                  <a:fillRect l="-9459" t="-2190" r="-8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6F9600A-A81F-EDFD-54C9-FD2A09703520}"/>
                  </a:ext>
                </a:extLst>
              </p:cNvPr>
              <p:cNvSpPr txBox="1"/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PM10</a:t>
                </a:r>
              </a:p>
              <a:p>
                <a:pPr algn="ctr"/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(ug/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m</m:t>
                        </m:r>
                      </m:e>
                      <m:sup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6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6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D8B30AE-7FC0-FAD4-0C0D-7071D665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285" y="1142846"/>
                <a:ext cx="900000" cy="590354"/>
              </a:xfrm>
              <a:prstGeom prst="rect">
                <a:avLst/>
              </a:prstGeom>
              <a:blipFill>
                <a:blip r:embed="rId6"/>
                <a:stretch>
                  <a:fillRect l="-8784" t="-3093" r="-9459" b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A0DC1DD9-E8EC-59FA-B20F-36A53E32800A}"/>
              </a:ext>
            </a:extLst>
          </p:cNvPr>
          <p:cNvSpPr txBox="1"/>
          <p:nvPr/>
        </p:nvSpPr>
        <p:spPr>
          <a:xfrm>
            <a:off x="9114357" y="1153424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温度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℃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7C81B82-4BBE-CE74-D039-49DBC71C444D}"/>
              </a:ext>
            </a:extLst>
          </p:cNvPr>
          <p:cNvSpPr txBox="1"/>
          <p:nvPr/>
        </p:nvSpPr>
        <p:spPr>
          <a:xfrm>
            <a:off x="10014357" y="1159577"/>
            <a:ext cx="90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湿度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%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A29E3905-D6BD-DC70-FB71-E7D42035E7A1}"/>
              </a:ext>
            </a:extLst>
          </p:cNvPr>
          <p:cNvSpPr/>
          <p:nvPr/>
        </p:nvSpPr>
        <p:spPr>
          <a:xfrm>
            <a:off x="9883689" y="5515811"/>
            <a:ext cx="936000" cy="5400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下一页</a:t>
            </a: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73D603A2-F9F6-B753-4B48-A8B315AEAC8E}"/>
              </a:ext>
            </a:extLst>
          </p:cNvPr>
          <p:cNvSpPr/>
          <p:nvPr/>
        </p:nvSpPr>
        <p:spPr>
          <a:xfrm>
            <a:off x="8564812" y="5515811"/>
            <a:ext cx="936000" cy="540000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上一页</a:t>
            </a:r>
          </a:p>
        </p:txBody>
      </p:sp>
    </p:spTree>
    <p:extLst>
      <p:ext uri="{BB962C8B-B14F-4D97-AF65-F5344CB8AC3E}">
        <p14:creationId xmlns:p14="http://schemas.microsoft.com/office/powerpoint/2010/main" val="4149176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1930</Words>
  <Application>Microsoft Office PowerPoint</Application>
  <PresentationFormat>宽屏</PresentationFormat>
  <Paragraphs>956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黑体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 孙</dc:creator>
  <cp:lastModifiedBy>宇 孙</cp:lastModifiedBy>
  <cp:revision>16</cp:revision>
  <dcterms:created xsi:type="dcterms:W3CDTF">2026-04-14T09:58:28Z</dcterms:created>
  <dcterms:modified xsi:type="dcterms:W3CDTF">2026-04-29T07:35:07Z</dcterms:modified>
</cp:coreProperties>
</file>